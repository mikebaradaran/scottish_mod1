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82" r:id="rId4"/>
    <p:sldMasterId id="2147483809" r:id="rId5"/>
    <p:sldMasterId id="2147483660" r:id="rId6"/>
  </p:sldMasterIdLst>
  <p:notesMasterIdLst>
    <p:notesMasterId r:id="rId20"/>
  </p:notesMasterIdLst>
  <p:sldIdLst>
    <p:sldId id="299" r:id="rId7"/>
    <p:sldId id="377" r:id="rId8"/>
    <p:sldId id="378" r:id="rId9"/>
    <p:sldId id="379" r:id="rId10"/>
    <p:sldId id="380" r:id="rId11"/>
    <p:sldId id="381" r:id="rId12"/>
    <p:sldId id="382" r:id="rId13"/>
    <p:sldId id="383" r:id="rId14"/>
    <p:sldId id="384" r:id="rId15"/>
    <p:sldId id="385" r:id="rId16"/>
    <p:sldId id="386" r:id="rId17"/>
    <p:sldId id="387" r:id="rId18"/>
    <p:sldId id="388" r:id="rId19"/>
  </p:sldIdLst>
  <p:sldSz cx="12192000" cy="6858000"/>
  <p:notesSz cx="6858000" cy="9144000"/>
  <p:embeddedFontLst>
    <p:embeddedFont>
      <p:font typeface="Consolas" panose="020B0609020204030204" pitchFamily="49" charset="0"/>
      <p:regular r:id="rId21"/>
      <p:bold r:id="rId22"/>
      <p:italic r:id="rId23"/>
      <p:boldItalic r:id="rId24"/>
    </p:embeddedFont>
    <p:embeddedFont>
      <p:font typeface="Figtree" panose="020B0604020202020204" charset="0"/>
      <p:regular r:id="rId25"/>
      <p:bold r:id="rId26"/>
      <p:italic r:id="rId27"/>
      <p:boldItalic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ster" id="{86F55D6F-F04C-C141-A3B2-B81D9F14C13E}">
          <p14:sldIdLst/>
        </p14:section>
        <p14:section name="Content Slides" id="{05C53EB9-C633-4D6D-B3BC-F573E1DB951E}">
          <p14:sldIdLst>
            <p14:sldId id="299"/>
            <p14:sldId id="377"/>
            <p14:sldId id="378"/>
            <p14:sldId id="379"/>
            <p14:sldId id="380"/>
            <p14:sldId id="381"/>
            <p14:sldId id="382"/>
            <p14:sldId id="383"/>
            <p14:sldId id="384"/>
            <p14:sldId id="385"/>
            <p14:sldId id="386"/>
            <p14:sldId id="387"/>
            <p14:sldId id="388"/>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984D937-6837-0D10-82B4-23B06B5F81C5}" name="Russell-Furlong, Reuben" initials="RR" userId="S::RRFurlong@qa.com::e9d87ac5-24fc-4c54-94e2-a648512f304f" providerId="AD"/>
  <p188:author id="{2B038381-4C18-EEB2-D798-E55F33345695}" name="Haynes, Amanda" initials="HA" userId="S::ahaynes@qa.com::f3044909-ea02-4a80-b124-5c683d29f1e5" providerId="AD"/>
  <p188:author id="{34F02186-A83D-147B-1AD3-CAE41537E927}" name="O'Flynn, Sarah" initials="SO" userId="S::SOFlynn@qa.com::c5bd941b-3572-499d-9953-9da6030055ca" providerId="AD"/>
  <p188:author id="{570EC78B-0B85-CC25-1293-AD5F30C7BB59}" name="Huskisson, Harry" initials="HH" userId="S::HHuskisson@qa.com::5d0a9b6a-71d8-408a-a551-20cf3a498200" providerId="AD"/>
  <p188:author id="{29DB2DE1-A6DA-284A-0775-8BA18A27BFDD}" name="Renang, Antonia" initials="AR" userId="S::ARenang@qa.com::6d248bc4-c380-4929-8d38-4b7a6af76729" providerId="AD"/>
  <p188:author id="{14A6B2E2-577F-2DC9-8598-664F7D3C9407}" name="Evans, Josie" initials="JE" userId="S::JEvans3@qa.com::aaea60dd-eaa6-4fde-a2ae-3576d6b832cc"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F5F5F"/>
    <a:srgbClr val="333333"/>
    <a:srgbClr val="575757"/>
    <a:srgbClr val="000000"/>
    <a:srgbClr val="0D0D0D"/>
    <a:srgbClr val="161616"/>
    <a:srgbClr val="FEBDC0"/>
    <a:srgbClr val="FEDEC3"/>
    <a:srgbClr val="ACE2F0"/>
    <a:srgbClr val="0E4B5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B465B4A-F1C8-4288-8E8E-520E52F23F5A}" v="4" dt="2025-04-17T08:43:01.460"/>
  </p1510:revLst>
</p1510:revInfo>
</file>

<file path=ppt/tableStyles.xml><?xml version="1.0" encoding="utf-8"?>
<a:tblStyleLst xmlns:a="http://schemas.openxmlformats.org/drawingml/2006/main" def="{7E9639D4-E3E2-4D34-9284-5A2195B3D0D7}">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565"/>
    <p:restoredTop sz="89688" autoAdjust="0"/>
  </p:normalViewPr>
  <p:slideViewPr>
    <p:cSldViewPr snapToGrid="0">
      <p:cViewPr varScale="1">
        <p:scale>
          <a:sx n="82" d="100"/>
          <a:sy n="82" d="100"/>
        </p:scale>
        <p:origin x="922" y="62"/>
      </p:cViewPr>
      <p:guideLst/>
    </p:cSldViewPr>
  </p:slideViewPr>
  <p:outlineViewPr>
    <p:cViewPr>
      <p:scale>
        <a:sx n="33" d="100"/>
        <a:sy n="33" d="100"/>
      </p:scale>
      <p:origin x="0" y="-15912"/>
    </p:cViewPr>
  </p:outlineViewPr>
  <p:notesTextViewPr>
    <p:cViewPr>
      <p:scale>
        <a:sx n="1" d="1"/>
        <a:sy n="1" d="1"/>
      </p:scale>
      <p:origin x="0" y="0"/>
    </p:cViewPr>
  </p:notesTextViewPr>
  <p:notesViewPr>
    <p:cSldViewPr snapToGrid="0">
      <p:cViewPr>
        <p:scale>
          <a:sx n="170" d="100"/>
          <a:sy n="170" d="100"/>
        </p:scale>
        <p:origin x="990" y="-395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font" Target="fonts/font6.fntdata"/><Relationship Id="rId3" Type="http://schemas.openxmlformats.org/officeDocument/2006/relationships/customXml" Target="../customXml/item3.xml"/><Relationship Id="rId21" Type="http://schemas.openxmlformats.org/officeDocument/2006/relationships/font" Target="fonts/font1.fntdata"/><Relationship Id="rId34" Type="http://schemas.microsoft.com/office/2015/10/relationships/revisionInfo" Target="revisionInfo.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font" Target="fonts/font5.fntdata"/><Relationship Id="rId33"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notesMaster" Target="notesMasters/notesMaster1.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font" Target="fonts/font4.fntdata"/><Relationship Id="rId32"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font" Target="fonts/font3.fntdata"/><Relationship Id="rId28" Type="http://schemas.openxmlformats.org/officeDocument/2006/relationships/font" Target="fonts/font8.fntdata"/><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font" Target="fonts/font2.fntdata"/><Relationship Id="rId27" Type="http://schemas.openxmlformats.org/officeDocument/2006/relationships/font" Target="fonts/font7.fntdata"/><Relationship Id="rId30" Type="http://schemas.openxmlformats.org/officeDocument/2006/relationships/viewProps" Target="viewProps.xml"/><Relationship Id="rId35" Type="http://schemas.microsoft.com/office/2018/10/relationships/authors" Target="authors.xml"/><Relationship Id="rId8"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vans, Josie" userId="aaea60dd-eaa6-4fde-a2ae-3576d6b832cc" providerId="ADAL" clId="{2B465B4A-F1C8-4288-8E8E-520E52F23F5A}"/>
    <pc:docChg chg="undo custSel modSld delMainMaster">
      <pc:chgData name="Evans, Josie" userId="aaea60dd-eaa6-4fde-a2ae-3576d6b832cc" providerId="ADAL" clId="{2B465B4A-F1C8-4288-8E8E-520E52F23F5A}" dt="2025-04-22T10:15:19.442" v="175" actId="12"/>
      <pc:docMkLst>
        <pc:docMk/>
      </pc:docMkLst>
      <pc:sldChg chg="addSp delSp modSp mod modClrScheme chgLayout">
        <pc:chgData name="Evans, Josie" userId="aaea60dd-eaa6-4fde-a2ae-3576d6b832cc" providerId="ADAL" clId="{2B465B4A-F1C8-4288-8E8E-520E52F23F5A}" dt="2025-04-22T10:15:19.442" v="175" actId="12"/>
        <pc:sldMkLst>
          <pc:docMk/>
          <pc:sldMk cId="84191161" sldId="377"/>
        </pc:sldMkLst>
        <pc:spChg chg="mod ord">
          <ac:chgData name="Evans, Josie" userId="aaea60dd-eaa6-4fde-a2ae-3576d6b832cc" providerId="ADAL" clId="{2B465B4A-F1C8-4288-8E8E-520E52F23F5A}" dt="2025-04-17T08:40:30.796" v="0" actId="700"/>
          <ac:spMkLst>
            <pc:docMk/>
            <pc:sldMk cId="84191161" sldId="377"/>
            <ac:spMk id="2" creationId="{539DC59C-4EC7-D0BE-F26F-2E8CA48A55C4}"/>
          </ac:spMkLst>
        </pc:spChg>
        <pc:spChg chg="mod ord">
          <ac:chgData name="Evans, Josie" userId="aaea60dd-eaa6-4fde-a2ae-3576d6b832cc" providerId="ADAL" clId="{2B465B4A-F1C8-4288-8E8E-520E52F23F5A}" dt="2025-04-22T10:15:15.568" v="170" actId="12"/>
          <ac:spMkLst>
            <pc:docMk/>
            <pc:sldMk cId="84191161" sldId="377"/>
            <ac:spMk id="3" creationId="{8F554285-ADE2-F7AC-2C27-9697927EBC86}"/>
          </ac:spMkLst>
        </pc:spChg>
        <pc:spChg chg="mod ord">
          <ac:chgData name="Evans, Josie" userId="aaea60dd-eaa6-4fde-a2ae-3576d6b832cc" providerId="ADAL" clId="{2B465B4A-F1C8-4288-8E8E-520E52F23F5A}" dt="2025-04-22T10:15:19.442" v="175" actId="12"/>
          <ac:spMkLst>
            <pc:docMk/>
            <pc:sldMk cId="84191161" sldId="377"/>
            <ac:spMk id="4" creationId="{87FFA603-A550-771E-BA62-45DA2C1B803C}"/>
          </ac:spMkLst>
        </pc:spChg>
        <pc:spChg chg="mod ord">
          <ac:chgData name="Evans, Josie" userId="aaea60dd-eaa6-4fde-a2ae-3576d6b832cc" providerId="ADAL" clId="{2B465B4A-F1C8-4288-8E8E-520E52F23F5A}" dt="2025-04-17T08:40:30.796" v="0" actId="700"/>
          <ac:spMkLst>
            <pc:docMk/>
            <pc:sldMk cId="84191161" sldId="377"/>
            <ac:spMk id="5" creationId="{40966D64-B662-10F1-13A2-A40979F531BD}"/>
          </ac:spMkLst>
        </pc:spChg>
        <pc:spChg chg="add mod ord">
          <ac:chgData name="Evans, Josie" userId="aaea60dd-eaa6-4fde-a2ae-3576d6b832cc" providerId="ADAL" clId="{2B465B4A-F1C8-4288-8E8E-520E52F23F5A}" dt="2025-04-17T08:40:44.324" v="10"/>
          <ac:spMkLst>
            <pc:docMk/>
            <pc:sldMk cId="84191161" sldId="377"/>
            <ac:spMk id="10" creationId="{6C76E803-DD05-2638-0277-C224C7CE5C9F}"/>
          </ac:spMkLst>
        </pc:spChg>
        <pc:picChg chg="add mod">
          <ac:chgData name="Evans, Josie" userId="aaea60dd-eaa6-4fde-a2ae-3576d6b832cc" providerId="ADAL" clId="{2B465B4A-F1C8-4288-8E8E-520E52F23F5A}" dt="2025-04-22T08:10:01.661" v="162" actId="962"/>
          <ac:picMkLst>
            <pc:docMk/>
            <pc:sldMk cId="84191161" sldId="377"/>
            <ac:picMk id="13" creationId="{7A065791-70B4-D2FC-FB28-060A897E2F67}"/>
          </ac:picMkLst>
        </pc:picChg>
        <pc:picChg chg="add mod">
          <ac:chgData name="Evans, Josie" userId="aaea60dd-eaa6-4fde-a2ae-3576d6b832cc" providerId="ADAL" clId="{2B465B4A-F1C8-4288-8E8E-520E52F23F5A}" dt="2025-04-22T08:10:07.439" v="164" actId="962"/>
          <ac:picMkLst>
            <pc:docMk/>
            <pc:sldMk cId="84191161" sldId="377"/>
            <ac:picMk id="14" creationId="{8BCB9775-83AD-91C4-5A3A-D04FF2FF2BFA}"/>
          </ac:picMkLst>
        </pc:picChg>
        <pc:picChg chg="add mod">
          <ac:chgData name="Evans, Josie" userId="aaea60dd-eaa6-4fde-a2ae-3576d6b832cc" providerId="ADAL" clId="{2B465B4A-F1C8-4288-8E8E-520E52F23F5A}" dt="2025-04-22T08:10:12.539" v="166" actId="962"/>
          <ac:picMkLst>
            <pc:docMk/>
            <pc:sldMk cId="84191161" sldId="377"/>
            <ac:picMk id="16" creationId="{3663176A-4416-446A-FDF3-40C7E9D42620}"/>
          </ac:picMkLst>
        </pc:picChg>
      </pc:sldChg>
      <pc:sldChg chg="addSp delSp modSp mod chgLayout">
        <pc:chgData name="Evans, Josie" userId="aaea60dd-eaa6-4fde-a2ae-3576d6b832cc" providerId="ADAL" clId="{2B465B4A-F1C8-4288-8E8E-520E52F23F5A}" dt="2025-04-17T08:43:59.370" v="160" actId="12"/>
        <pc:sldMkLst>
          <pc:docMk/>
          <pc:sldMk cId="4112081948" sldId="388"/>
        </pc:sldMkLst>
        <pc:spChg chg="mod ord">
          <ac:chgData name="Evans, Josie" userId="aaea60dd-eaa6-4fde-a2ae-3576d6b832cc" providerId="ADAL" clId="{2B465B4A-F1C8-4288-8E8E-520E52F23F5A}" dt="2025-04-17T08:41:17.678" v="15" actId="6264"/>
          <ac:spMkLst>
            <pc:docMk/>
            <pc:sldMk cId="4112081948" sldId="388"/>
            <ac:spMk id="2" creationId="{2F39C802-88E5-3CE4-2D48-96EA8AC6128E}"/>
          </ac:spMkLst>
        </pc:spChg>
        <pc:spChg chg="add mod ord">
          <ac:chgData name="Evans, Josie" userId="aaea60dd-eaa6-4fde-a2ae-3576d6b832cc" providerId="ADAL" clId="{2B465B4A-F1C8-4288-8E8E-520E52F23F5A}" dt="2025-04-17T08:43:59.370" v="160" actId="12"/>
          <ac:spMkLst>
            <pc:docMk/>
            <pc:sldMk cId="4112081948" sldId="388"/>
            <ac:spMk id="5" creationId="{9F6CBBEF-4B0A-4F6F-3C1C-47F08F80875E}"/>
          </ac:spMkLst>
        </pc:spChg>
      </pc:sldChg>
      <pc:sldMasterChg chg="del delSldLayout">
        <pc:chgData name="Evans, Josie" userId="aaea60dd-eaa6-4fde-a2ae-3576d6b832cc" providerId="ADAL" clId="{2B465B4A-F1C8-4288-8E8E-520E52F23F5A}" dt="2025-04-17T08:40:32.829" v="2"/>
        <pc:sldMasterMkLst>
          <pc:docMk/>
          <pc:sldMasterMk cId="1433300368" sldId="2147483799"/>
        </pc:sldMasterMkLst>
        <pc:sldLayoutChg chg="del">
          <pc:chgData name="Evans, Josie" userId="aaea60dd-eaa6-4fde-a2ae-3576d6b832cc" providerId="ADAL" clId="{2B465B4A-F1C8-4288-8E8E-520E52F23F5A}" dt="2025-04-17T08:40:32.829" v="2"/>
          <pc:sldLayoutMkLst>
            <pc:docMk/>
            <pc:sldMasterMk cId="1433300368" sldId="2147483799"/>
            <pc:sldLayoutMk cId="1527291370" sldId="2147483818"/>
          </pc:sldLayoutMkLst>
        </pc:sldLayoutChg>
        <pc:sldLayoutChg chg="del">
          <pc:chgData name="Evans, Josie" userId="aaea60dd-eaa6-4fde-a2ae-3576d6b832cc" providerId="ADAL" clId="{2B465B4A-F1C8-4288-8E8E-520E52F23F5A}" dt="2025-04-17T08:40:32.829" v="2"/>
          <pc:sldLayoutMkLst>
            <pc:docMk/>
            <pc:sldMasterMk cId="1433300368" sldId="2147483799"/>
            <pc:sldLayoutMk cId="3562340024" sldId="2147483819"/>
          </pc:sldLayoutMkLst>
        </pc:sldLayoutChg>
        <pc:sldLayoutChg chg="del">
          <pc:chgData name="Evans, Josie" userId="aaea60dd-eaa6-4fde-a2ae-3576d6b832cc" providerId="ADAL" clId="{2B465B4A-F1C8-4288-8E8E-520E52F23F5A}" dt="2025-04-17T08:40:32.829" v="2"/>
          <pc:sldLayoutMkLst>
            <pc:docMk/>
            <pc:sldMasterMk cId="1433300368" sldId="2147483799"/>
            <pc:sldLayoutMk cId="520181862" sldId="2147483820"/>
          </pc:sldLayoutMkLst>
        </pc:sldLayoutChg>
      </pc:sldMasterChg>
      <pc:sldMasterChg chg="del delSldLayout">
        <pc:chgData name="Evans, Josie" userId="aaea60dd-eaa6-4fde-a2ae-3576d6b832cc" providerId="ADAL" clId="{2B465B4A-F1C8-4288-8E8E-520E52F23F5A}" dt="2025-04-17T08:40:32.829" v="2"/>
        <pc:sldMasterMkLst>
          <pc:docMk/>
          <pc:sldMasterMk cId="4045664613" sldId="2147483821"/>
        </pc:sldMasterMkLst>
        <pc:sldLayoutChg chg="del">
          <pc:chgData name="Evans, Josie" userId="aaea60dd-eaa6-4fde-a2ae-3576d6b832cc" providerId="ADAL" clId="{2B465B4A-F1C8-4288-8E8E-520E52F23F5A}" dt="2025-04-17T08:40:32.829" v="2"/>
          <pc:sldLayoutMkLst>
            <pc:docMk/>
            <pc:sldMasterMk cId="4045664613" sldId="2147483821"/>
            <pc:sldLayoutMk cId="1659487629" sldId="2147483822"/>
          </pc:sldLayoutMkLst>
        </pc:sldLayoutChg>
        <pc:sldLayoutChg chg="del">
          <pc:chgData name="Evans, Josie" userId="aaea60dd-eaa6-4fde-a2ae-3576d6b832cc" providerId="ADAL" clId="{2B465B4A-F1C8-4288-8E8E-520E52F23F5A}" dt="2025-04-17T08:40:32.829" v="2"/>
          <pc:sldLayoutMkLst>
            <pc:docMk/>
            <pc:sldMasterMk cId="4045664613" sldId="2147483821"/>
            <pc:sldLayoutMk cId="3209770388" sldId="2147483823"/>
          </pc:sldLayoutMkLst>
        </pc:sldLayoutChg>
        <pc:sldLayoutChg chg="del">
          <pc:chgData name="Evans, Josie" userId="aaea60dd-eaa6-4fde-a2ae-3576d6b832cc" providerId="ADAL" clId="{2B465B4A-F1C8-4288-8E8E-520E52F23F5A}" dt="2025-04-17T08:40:32.829" v="2"/>
          <pc:sldLayoutMkLst>
            <pc:docMk/>
            <pc:sldMasterMk cId="4045664613" sldId="2147483821"/>
            <pc:sldLayoutMk cId="2989585299" sldId="2147483824"/>
          </pc:sldLayoutMkLst>
        </pc:sldLayoutChg>
        <pc:sldLayoutChg chg="del">
          <pc:chgData name="Evans, Josie" userId="aaea60dd-eaa6-4fde-a2ae-3576d6b832cc" providerId="ADAL" clId="{2B465B4A-F1C8-4288-8E8E-520E52F23F5A}" dt="2025-04-17T08:40:32.829" v="2"/>
          <pc:sldLayoutMkLst>
            <pc:docMk/>
            <pc:sldMasterMk cId="4045664613" sldId="2147483821"/>
            <pc:sldLayoutMk cId="771702010" sldId="2147483825"/>
          </pc:sldLayoutMkLst>
        </pc:sldLayoutChg>
      </pc:sldMasterChg>
      <pc:sldMasterChg chg="del delSldLayout">
        <pc:chgData name="Evans, Josie" userId="aaea60dd-eaa6-4fde-a2ae-3576d6b832cc" providerId="ADAL" clId="{2B465B4A-F1C8-4288-8E8E-520E52F23F5A}" dt="2025-04-17T08:40:32.829" v="2"/>
        <pc:sldMasterMkLst>
          <pc:docMk/>
          <pc:sldMasterMk cId="3391850710" sldId="2147483826"/>
        </pc:sldMasterMkLst>
        <pc:sldLayoutChg chg="del">
          <pc:chgData name="Evans, Josie" userId="aaea60dd-eaa6-4fde-a2ae-3576d6b832cc" providerId="ADAL" clId="{2B465B4A-F1C8-4288-8E8E-520E52F23F5A}" dt="2025-04-17T08:40:32.829" v="2"/>
          <pc:sldLayoutMkLst>
            <pc:docMk/>
            <pc:sldMasterMk cId="3391850710" sldId="2147483826"/>
            <pc:sldLayoutMk cId="186167143" sldId="2147483827"/>
          </pc:sldLayoutMkLst>
        </pc:sldLayoutChg>
        <pc:sldLayoutChg chg="del">
          <pc:chgData name="Evans, Josie" userId="aaea60dd-eaa6-4fde-a2ae-3576d6b832cc" providerId="ADAL" clId="{2B465B4A-F1C8-4288-8E8E-520E52F23F5A}" dt="2025-04-17T08:40:32.829" v="2"/>
          <pc:sldLayoutMkLst>
            <pc:docMk/>
            <pc:sldMasterMk cId="3391850710" sldId="2147483826"/>
            <pc:sldLayoutMk cId="4273777609" sldId="2147483828"/>
          </pc:sldLayoutMkLst>
        </pc:sldLayoutChg>
        <pc:sldLayoutChg chg="del">
          <pc:chgData name="Evans, Josie" userId="aaea60dd-eaa6-4fde-a2ae-3576d6b832cc" providerId="ADAL" clId="{2B465B4A-F1C8-4288-8E8E-520E52F23F5A}" dt="2025-04-17T08:40:32.829" v="2"/>
          <pc:sldLayoutMkLst>
            <pc:docMk/>
            <pc:sldMasterMk cId="3391850710" sldId="2147483826"/>
            <pc:sldLayoutMk cId="928190420" sldId="2147483829"/>
          </pc:sldLayoutMkLst>
        </pc:sldLayoutChg>
        <pc:sldLayoutChg chg="del">
          <pc:chgData name="Evans, Josie" userId="aaea60dd-eaa6-4fde-a2ae-3576d6b832cc" providerId="ADAL" clId="{2B465B4A-F1C8-4288-8E8E-520E52F23F5A}" dt="2025-04-17T08:40:32.829" v="2"/>
          <pc:sldLayoutMkLst>
            <pc:docMk/>
            <pc:sldMasterMk cId="3391850710" sldId="2147483826"/>
            <pc:sldLayoutMk cId="778525727" sldId="2147483830"/>
          </pc:sldLayoutMkLst>
        </pc:sldLayoutChg>
      </pc:sldMasterChg>
      <pc:sldMasterChg chg="del delSldLayout">
        <pc:chgData name="Evans, Josie" userId="aaea60dd-eaa6-4fde-a2ae-3576d6b832cc" providerId="ADAL" clId="{2B465B4A-F1C8-4288-8E8E-520E52F23F5A}" dt="2025-04-17T08:40:32.829" v="2"/>
        <pc:sldMasterMkLst>
          <pc:docMk/>
          <pc:sldMasterMk cId="3899971177" sldId="2147483831"/>
        </pc:sldMasterMkLst>
        <pc:sldLayoutChg chg="del">
          <pc:chgData name="Evans, Josie" userId="aaea60dd-eaa6-4fde-a2ae-3576d6b832cc" providerId="ADAL" clId="{2B465B4A-F1C8-4288-8E8E-520E52F23F5A}" dt="2025-04-17T08:40:32.829" v="2"/>
          <pc:sldLayoutMkLst>
            <pc:docMk/>
            <pc:sldMasterMk cId="3899971177" sldId="2147483831"/>
            <pc:sldLayoutMk cId="1296847754" sldId="2147483832"/>
          </pc:sldLayoutMkLst>
        </pc:sldLayoutChg>
        <pc:sldLayoutChg chg="del">
          <pc:chgData name="Evans, Josie" userId="aaea60dd-eaa6-4fde-a2ae-3576d6b832cc" providerId="ADAL" clId="{2B465B4A-F1C8-4288-8E8E-520E52F23F5A}" dt="2025-04-17T08:40:32.829" v="2"/>
          <pc:sldLayoutMkLst>
            <pc:docMk/>
            <pc:sldMasterMk cId="3899971177" sldId="2147483831"/>
            <pc:sldLayoutMk cId="2124554007" sldId="2147483833"/>
          </pc:sldLayoutMkLst>
        </pc:sldLayoutChg>
        <pc:sldLayoutChg chg="del">
          <pc:chgData name="Evans, Josie" userId="aaea60dd-eaa6-4fde-a2ae-3576d6b832cc" providerId="ADAL" clId="{2B465B4A-F1C8-4288-8E8E-520E52F23F5A}" dt="2025-04-17T08:40:32.829" v="2"/>
          <pc:sldLayoutMkLst>
            <pc:docMk/>
            <pc:sldMasterMk cId="3899971177" sldId="2147483831"/>
            <pc:sldLayoutMk cId="2692646997" sldId="2147483834"/>
          </pc:sldLayoutMkLst>
        </pc:sldLayoutChg>
        <pc:sldLayoutChg chg="del">
          <pc:chgData name="Evans, Josie" userId="aaea60dd-eaa6-4fde-a2ae-3576d6b832cc" providerId="ADAL" clId="{2B465B4A-F1C8-4288-8E8E-520E52F23F5A}" dt="2025-04-17T08:40:32.829" v="2"/>
          <pc:sldLayoutMkLst>
            <pc:docMk/>
            <pc:sldMasterMk cId="3899971177" sldId="2147483831"/>
            <pc:sldLayoutMk cId="164223612" sldId="2147483835"/>
          </pc:sldLayoutMkLst>
        </pc:sldLayoutChg>
      </pc:sldMasterChg>
      <pc:sldMasterChg chg="del delSldLayout">
        <pc:chgData name="Evans, Josie" userId="aaea60dd-eaa6-4fde-a2ae-3576d6b832cc" providerId="ADAL" clId="{2B465B4A-F1C8-4288-8E8E-520E52F23F5A}" dt="2025-04-17T08:40:32.829" v="2"/>
        <pc:sldMasterMkLst>
          <pc:docMk/>
          <pc:sldMasterMk cId="4061346496" sldId="2147483836"/>
        </pc:sldMasterMkLst>
        <pc:sldLayoutChg chg="del">
          <pc:chgData name="Evans, Josie" userId="aaea60dd-eaa6-4fde-a2ae-3576d6b832cc" providerId="ADAL" clId="{2B465B4A-F1C8-4288-8E8E-520E52F23F5A}" dt="2025-04-17T08:40:32.829" v="2"/>
          <pc:sldLayoutMkLst>
            <pc:docMk/>
            <pc:sldMasterMk cId="4061346496" sldId="2147483836"/>
            <pc:sldLayoutMk cId="1342340652" sldId="2147483837"/>
          </pc:sldLayoutMkLst>
        </pc:sldLayoutChg>
        <pc:sldLayoutChg chg="del">
          <pc:chgData name="Evans, Josie" userId="aaea60dd-eaa6-4fde-a2ae-3576d6b832cc" providerId="ADAL" clId="{2B465B4A-F1C8-4288-8E8E-520E52F23F5A}" dt="2025-04-17T08:40:32.829" v="2"/>
          <pc:sldLayoutMkLst>
            <pc:docMk/>
            <pc:sldMasterMk cId="4061346496" sldId="2147483836"/>
            <pc:sldLayoutMk cId="1129306061" sldId="2147483838"/>
          </pc:sldLayoutMkLst>
        </pc:sldLayoutChg>
        <pc:sldLayoutChg chg="del">
          <pc:chgData name="Evans, Josie" userId="aaea60dd-eaa6-4fde-a2ae-3576d6b832cc" providerId="ADAL" clId="{2B465B4A-F1C8-4288-8E8E-520E52F23F5A}" dt="2025-04-17T08:40:32.829" v="2"/>
          <pc:sldLayoutMkLst>
            <pc:docMk/>
            <pc:sldMasterMk cId="4061346496" sldId="2147483836"/>
            <pc:sldLayoutMk cId="291058354" sldId="2147483839"/>
          </pc:sldLayoutMkLst>
        </pc:sldLayoutChg>
        <pc:sldLayoutChg chg="del">
          <pc:chgData name="Evans, Josie" userId="aaea60dd-eaa6-4fde-a2ae-3576d6b832cc" providerId="ADAL" clId="{2B465B4A-F1C8-4288-8E8E-520E52F23F5A}" dt="2025-04-17T08:40:32.829" v="2"/>
          <pc:sldLayoutMkLst>
            <pc:docMk/>
            <pc:sldMasterMk cId="4061346496" sldId="2147483836"/>
            <pc:sldLayoutMk cId="1057880355" sldId="2147483840"/>
          </pc:sldLayoutMkLst>
        </pc:sldLayoutChg>
      </pc:sldMasterChg>
      <pc:sldMasterChg chg="del delSldLayout">
        <pc:chgData name="Evans, Josie" userId="aaea60dd-eaa6-4fde-a2ae-3576d6b832cc" providerId="ADAL" clId="{2B465B4A-F1C8-4288-8E8E-520E52F23F5A}" dt="2025-04-17T08:40:32.829" v="2"/>
        <pc:sldMasterMkLst>
          <pc:docMk/>
          <pc:sldMasterMk cId="1513994161" sldId="2147483841"/>
        </pc:sldMasterMkLst>
        <pc:sldLayoutChg chg="del">
          <pc:chgData name="Evans, Josie" userId="aaea60dd-eaa6-4fde-a2ae-3576d6b832cc" providerId="ADAL" clId="{2B465B4A-F1C8-4288-8E8E-520E52F23F5A}" dt="2025-04-17T08:40:32.829" v="2"/>
          <pc:sldLayoutMkLst>
            <pc:docMk/>
            <pc:sldMasterMk cId="1513994161" sldId="2147483841"/>
            <pc:sldLayoutMk cId="2408842378" sldId="2147483842"/>
          </pc:sldLayoutMkLst>
        </pc:sldLayoutChg>
        <pc:sldLayoutChg chg="del">
          <pc:chgData name="Evans, Josie" userId="aaea60dd-eaa6-4fde-a2ae-3576d6b832cc" providerId="ADAL" clId="{2B465B4A-F1C8-4288-8E8E-520E52F23F5A}" dt="2025-04-17T08:40:32.829" v="2"/>
          <pc:sldLayoutMkLst>
            <pc:docMk/>
            <pc:sldMasterMk cId="1513994161" sldId="2147483841"/>
            <pc:sldLayoutMk cId="3257542985" sldId="2147483843"/>
          </pc:sldLayoutMkLst>
        </pc:sldLayoutChg>
        <pc:sldLayoutChg chg="del">
          <pc:chgData name="Evans, Josie" userId="aaea60dd-eaa6-4fde-a2ae-3576d6b832cc" providerId="ADAL" clId="{2B465B4A-F1C8-4288-8E8E-520E52F23F5A}" dt="2025-04-17T08:40:32.829" v="2"/>
          <pc:sldLayoutMkLst>
            <pc:docMk/>
            <pc:sldMasterMk cId="1513994161" sldId="2147483841"/>
            <pc:sldLayoutMk cId="57802930" sldId="2147483844"/>
          </pc:sldLayoutMkLst>
        </pc:sldLayoutChg>
        <pc:sldLayoutChg chg="del">
          <pc:chgData name="Evans, Josie" userId="aaea60dd-eaa6-4fde-a2ae-3576d6b832cc" providerId="ADAL" clId="{2B465B4A-F1C8-4288-8E8E-520E52F23F5A}" dt="2025-04-17T08:40:32.829" v="2"/>
          <pc:sldLayoutMkLst>
            <pc:docMk/>
            <pc:sldMasterMk cId="1513994161" sldId="2147483841"/>
            <pc:sldLayoutMk cId="892830820" sldId="2147483845"/>
          </pc:sldLayoutMkLst>
        </pc:sldLayoutChg>
      </pc:sldMasterChg>
      <pc:sldMasterChg chg="del delSldLayout">
        <pc:chgData name="Evans, Josie" userId="aaea60dd-eaa6-4fde-a2ae-3576d6b832cc" providerId="ADAL" clId="{2B465B4A-F1C8-4288-8E8E-520E52F23F5A}" dt="2025-04-17T08:40:32.829" v="2"/>
        <pc:sldMasterMkLst>
          <pc:docMk/>
          <pc:sldMasterMk cId="1256176808" sldId="2147483846"/>
        </pc:sldMasterMkLst>
        <pc:sldLayoutChg chg="del">
          <pc:chgData name="Evans, Josie" userId="aaea60dd-eaa6-4fde-a2ae-3576d6b832cc" providerId="ADAL" clId="{2B465B4A-F1C8-4288-8E8E-520E52F23F5A}" dt="2025-04-17T08:40:32.829" v="2"/>
          <pc:sldLayoutMkLst>
            <pc:docMk/>
            <pc:sldMasterMk cId="1256176808" sldId="2147483846"/>
            <pc:sldLayoutMk cId="1930662052" sldId="2147483847"/>
          </pc:sldLayoutMkLst>
        </pc:sldLayoutChg>
        <pc:sldLayoutChg chg="del">
          <pc:chgData name="Evans, Josie" userId="aaea60dd-eaa6-4fde-a2ae-3576d6b832cc" providerId="ADAL" clId="{2B465B4A-F1C8-4288-8E8E-520E52F23F5A}" dt="2025-04-17T08:40:32.829" v="2"/>
          <pc:sldLayoutMkLst>
            <pc:docMk/>
            <pc:sldMasterMk cId="1256176808" sldId="2147483846"/>
            <pc:sldLayoutMk cId="2862166332" sldId="2147483848"/>
          </pc:sldLayoutMkLst>
        </pc:sldLayoutChg>
        <pc:sldLayoutChg chg="del">
          <pc:chgData name="Evans, Josie" userId="aaea60dd-eaa6-4fde-a2ae-3576d6b832cc" providerId="ADAL" clId="{2B465B4A-F1C8-4288-8E8E-520E52F23F5A}" dt="2025-04-17T08:40:32.829" v="2"/>
          <pc:sldLayoutMkLst>
            <pc:docMk/>
            <pc:sldMasterMk cId="1256176808" sldId="2147483846"/>
            <pc:sldLayoutMk cId="4243011970" sldId="2147483849"/>
          </pc:sldLayoutMkLst>
        </pc:sldLayoutChg>
        <pc:sldLayoutChg chg="del">
          <pc:chgData name="Evans, Josie" userId="aaea60dd-eaa6-4fde-a2ae-3576d6b832cc" providerId="ADAL" clId="{2B465B4A-F1C8-4288-8E8E-520E52F23F5A}" dt="2025-04-17T08:40:32.829" v="2"/>
          <pc:sldLayoutMkLst>
            <pc:docMk/>
            <pc:sldMasterMk cId="1256176808" sldId="2147483846"/>
            <pc:sldLayoutMk cId="787685289" sldId="2147483850"/>
          </pc:sldLayoutMkLst>
        </pc:sldLayoutChg>
      </pc:sldMasterChg>
      <pc:sldMasterChg chg="del delSldLayout">
        <pc:chgData name="Evans, Josie" userId="aaea60dd-eaa6-4fde-a2ae-3576d6b832cc" providerId="ADAL" clId="{2B465B4A-F1C8-4288-8E8E-520E52F23F5A}" dt="2025-04-17T08:40:32.829" v="2"/>
        <pc:sldMasterMkLst>
          <pc:docMk/>
          <pc:sldMasterMk cId="1684537100" sldId="2147483874"/>
        </pc:sldMasterMkLst>
        <pc:sldLayoutChg chg="del">
          <pc:chgData name="Evans, Josie" userId="aaea60dd-eaa6-4fde-a2ae-3576d6b832cc" providerId="ADAL" clId="{2B465B4A-F1C8-4288-8E8E-520E52F23F5A}" dt="2025-04-17T08:40:32.829" v="2"/>
          <pc:sldLayoutMkLst>
            <pc:docMk/>
            <pc:sldMasterMk cId="1684537100" sldId="2147483874"/>
            <pc:sldLayoutMk cId="4096566144" sldId="2147483859"/>
          </pc:sldLayoutMkLst>
        </pc:sldLayoutChg>
        <pc:sldLayoutChg chg="del">
          <pc:chgData name="Evans, Josie" userId="aaea60dd-eaa6-4fde-a2ae-3576d6b832cc" providerId="ADAL" clId="{2B465B4A-F1C8-4288-8E8E-520E52F23F5A}" dt="2025-04-17T08:40:32.829" v="2"/>
          <pc:sldLayoutMkLst>
            <pc:docMk/>
            <pc:sldMasterMk cId="1684537100" sldId="2147483874"/>
            <pc:sldLayoutMk cId="3235119156" sldId="2147483875"/>
          </pc:sldLayoutMkLst>
        </pc:sldLayoutChg>
        <pc:sldLayoutChg chg="del">
          <pc:chgData name="Evans, Josie" userId="aaea60dd-eaa6-4fde-a2ae-3576d6b832cc" providerId="ADAL" clId="{2B465B4A-F1C8-4288-8E8E-520E52F23F5A}" dt="2025-04-17T08:40:32.829" v="2"/>
          <pc:sldLayoutMkLst>
            <pc:docMk/>
            <pc:sldMasterMk cId="1684537100" sldId="2147483874"/>
            <pc:sldLayoutMk cId="802947842" sldId="2147483876"/>
          </pc:sldLayoutMkLst>
        </pc:sldLayoutChg>
        <pc:sldLayoutChg chg="del">
          <pc:chgData name="Evans, Josie" userId="aaea60dd-eaa6-4fde-a2ae-3576d6b832cc" providerId="ADAL" clId="{2B465B4A-F1C8-4288-8E8E-520E52F23F5A}" dt="2025-04-17T08:40:32.829" v="2"/>
          <pc:sldLayoutMkLst>
            <pc:docMk/>
            <pc:sldMasterMk cId="1684537100" sldId="2147483874"/>
            <pc:sldLayoutMk cId="2274568752" sldId="2147483877"/>
          </pc:sldLayoutMkLst>
        </pc:sldLayoutChg>
        <pc:sldLayoutChg chg="del">
          <pc:chgData name="Evans, Josie" userId="aaea60dd-eaa6-4fde-a2ae-3576d6b832cc" providerId="ADAL" clId="{2B465B4A-F1C8-4288-8E8E-520E52F23F5A}" dt="2025-04-17T08:40:32.829" v="2"/>
          <pc:sldLayoutMkLst>
            <pc:docMk/>
            <pc:sldMasterMk cId="1684537100" sldId="2147483874"/>
            <pc:sldLayoutMk cId="3994819066" sldId="2147483879"/>
          </pc:sldLayoutMkLst>
        </pc:sldLayoutChg>
        <pc:sldLayoutChg chg="del">
          <pc:chgData name="Evans, Josie" userId="aaea60dd-eaa6-4fde-a2ae-3576d6b832cc" providerId="ADAL" clId="{2B465B4A-F1C8-4288-8E8E-520E52F23F5A}" dt="2025-04-17T08:40:32.829" v="2"/>
          <pc:sldLayoutMkLst>
            <pc:docMk/>
            <pc:sldMasterMk cId="1684537100" sldId="2147483874"/>
            <pc:sldLayoutMk cId="2948798389" sldId="2147483880"/>
          </pc:sldLayoutMkLst>
        </pc:sldLayoutChg>
        <pc:sldLayoutChg chg="del">
          <pc:chgData name="Evans, Josie" userId="aaea60dd-eaa6-4fde-a2ae-3576d6b832cc" providerId="ADAL" clId="{2B465B4A-F1C8-4288-8E8E-520E52F23F5A}" dt="2025-04-17T08:40:32.829" v="2"/>
          <pc:sldLayoutMkLst>
            <pc:docMk/>
            <pc:sldMasterMk cId="1684537100" sldId="2147483874"/>
            <pc:sldLayoutMk cId="321250633" sldId="2147483881"/>
          </pc:sldLayoutMkLst>
        </pc:sldLayoutChg>
        <pc:sldLayoutChg chg="del">
          <pc:chgData name="Evans, Josie" userId="aaea60dd-eaa6-4fde-a2ae-3576d6b832cc" providerId="ADAL" clId="{2B465B4A-F1C8-4288-8E8E-520E52F23F5A}" dt="2025-04-17T08:40:32.829" v="2"/>
          <pc:sldLayoutMkLst>
            <pc:docMk/>
            <pc:sldMasterMk cId="1684537100" sldId="2147483874"/>
            <pc:sldLayoutMk cId="2227355211" sldId="2147483882"/>
          </pc:sldLayoutMkLst>
        </pc:sldLayoutChg>
        <pc:sldLayoutChg chg="del">
          <pc:chgData name="Evans, Josie" userId="aaea60dd-eaa6-4fde-a2ae-3576d6b832cc" providerId="ADAL" clId="{2B465B4A-F1C8-4288-8E8E-520E52F23F5A}" dt="2025-04-17T08:40:32.829" v="2"/>
          <pc:sldLayoutMkLst>
            <pc:docMk/>
            <pc:sldMasterMk cId="1684537100" sldId="2147483874"/>
            <pc:sldLayoutMk cId="3084302693" sldId="2147483883"/>
          </pc:sldLayoutMkLst>
        </pc:sldLayoutChg>
        <pc:sldLayoutChg chg="del">
          <pc:chgData name="Evans, Josie" userId="aaea60dd-eaa6-4fde-a2ae-3576d6b832cc" providerId="ADAL" clId="{2B465B4A-F1C8-4288-8E8E-520E52F23F5A}" dt="2025-04-17T08:40:32.829" v="2"/>
          <pc:sldLayoutMkLst>
            <pc:docMk/>
            <pc:sldMasterMk cId="1684537100" sldId="2147483874"/>
            <pc:sldLayoutMk cId="4231280216" sldId="2147483884"/>
          </pc:sldLayoutMkLst>
        </pc:sldLayoutChg>
      </pc:sldMasterChg>
      <pc:sldMasterChg chg="del delSldLayout">
        <pc:chgData name="Evans, Josie" userId="aaea60dd-eaa6-4fde-a2ae-3576d6b832cc" providerId="ADAL" clId="{2B465B4A-F1C8-4288-8E8E-520E52F23F5A}" dt="2025-04-17T08:40:32.829" v="2"/>
        <pc:sldMasterMkLst>
          <pc:docMk/>
          <pc:sldMasterMk cId="1175251079" sldId="2147483885"/>
        </pc:sldMasterMkLst>
        <pc:sldLayoutChg chg="del">
          <pc:chgData name="Evans, Josie" userId="aaea60dd-eaa6-4fde-a2ae-3576d6b832cc" providerId="ADAL" clId="{2B465B4A-F1C8-4288-8E8E-520E52F23F5A}" dt="2025-04-17T08:40:32.829" v="2"/>
          <pc:sldLayoutMkLst>
            <pc:docMk/>
            <pc:sldMasterMk cId="1175251079" sldId="2147483885"/>
            <pc:sldLayoutMk cId="2517542076" sldId="2147483886"/>
          </pc:sldLayoutMkLst>
        </pc:sldLayoutChg>
        <pc:sldLayoutChg chg="del">
          <pc:chgData name="Evans, Josie" userId="aaea60dd-eaa6-4fde-a2ae-3576d6b832cc" providerId="ADAL" clId="{2B465B4A-F1C8-4288-8E8E-520E52F23F5A}" dt="2025-04-17T08:40:32.829" v="2"/>
          <pc:sldLayoutMkLst>
            <pc:docMk/>
            <pc:sldMasterMk cId="1175251079" sldId="2147483885"/>
            <pc:sldLayoutMk cId="3294508917" sldId="2147483887"/>
          </pc:sldLayoutMkLst>
        </pc:sldLayoutChg>
        <pc:sldLayoutChg chg="del">
          <pc:chgData name="Evans, Josie" userId="aaea60dd-eaa6-4fde-a2ae-3576d6b832cc" providerId="ADAL" clId="{2B465B4A-F1C8-4288-8E8E-520E52F23F5A}" dt="2025-04-17T08:40:32.829" v="2"/>
          <pc:sldLayoutMkLst>
            <pc:docMk/>
            <pc:sldMasterMk cId="1175251079" sldId="2147483885"/>
            <pc:sldLayoutMk cId="1801908114" sldId="2147483888"/>
          </pc:sldLayoutMkLst>
        </pc:sldLayoutChg>
        <pc:sldLayoutChg chg="del">
          <pc:chgData name="Evans, Josie" userId="aaea60dd-eaa6-4fde-a2ae-3576d6b832cc" providerId="ADAL" clId="{2B465B4A-F1C8-4288-8E8E-520E52F23F5A}" dt="2025-04-17T08:40:32.829" v="2"/>
          <pc:sldLayoutMkLst>
            <pc:docMk/>
            <pc:sldMasterMk cId="1175251079" sldId="2147483885"/>
            <pc:sldLayoutMk cId="24548405" sldId="2147483889"/>
          </pc:sldLayoutMkLst>
        </pc:sldLayoutChg>
        <pc:sldLayoutChg chg="del">
          <pc:chgData name="Evans, Josie" userId="aaea60dd-eaa6-4fde-a2ae-3576d6b832cc" providerId="ADAL" clId="{2B465B4A-F1C8-4288-8E8E-520E52F23F5A}" dt="2025-04-17T08:40:32.829" v="2"/>
          <pc:sldLayoutMkLst>
            <pc:docMk/>
            <pc:sldMasterMk cId="1175251079" sldId="2147483885"/>
            <pc:sldLayoutMk cId="659826178" sldId="2147483891"/>
          </pc:sldLayoutMkLst>
        </pc:sldLayoutChg>
        <pc:sldLayoutChg chg="del">
          <pc:chgData name="Evans, Josie" userId="aaea60dd-eaa6-4fde-a2ae-3576d6b832cc" providerId="ADAL" clId="{2B465B4A-F1C8-4288-8E8E-520E52F23F5A}" dt="2025-04-17T08:40:32.829" v="2"/>
          <pc:sldLayoutMkLst>
            <pc:docMk/>
            <pc:sldMasterMk cId="1175251079" sldId="2147483885"/>
            <pc:sldLayoutMk cId="1898485824" sldId="2147483892"/>
          </pc:sldLayoutMkLst>
        </pc:sldLayoutChg>
        <pc:sldLayoutChg chg="del">
          <pc:chgData name="Evans, Josie" userId="aaea60dd-eaa6-4fde-a2ae-3576d6b832cc" providerId="ADAL" clId="{2B465B4A-F1C8-4288-8E8E-520E52F23F5A}" dt="2025-04-17T08:40:32.829" v="2"/>
          <pc:sldLayoutMkLst>
            <pc:docMk/>
            <pc:sldMasterMk cId="1175251079" sldId="2147483885"/>
            <pc:sldLayoutMk cId="1227198908" sldId="2147483893"/>
          </pc:sldLayoutMkLst>
        </pc:sldLayoutChg>
        <pc:sldLayoutChg chg="del">
          <pc:chgData name="Evans, Josie" userId="aaea60dd-eaa6-4fde-a2ae-3576d6b832cc" providerId="ADAL" clId="{2B465B4A-F1C8-4288-8E8E-520E52F23F5A}" dt="2025-04-17T08:40:32.829" v="2"/>
          <pc:sldLayoutMkLst>
            <pc:docMk/>
            <pc:sldMasterMk cId="1175251079" sldId="2147483885"/>
            <pc:sldLayoutMk cId="333728339" sldId="2147483894"/>
          </pc:sldLayoutMkLst>
        </pc:sldLayoutChg>
        <pc:sldLayoutChg chg="del">
          <pc:chgData name="Evans, Josie" userId="aaea60dd-eaa6-4fde-a2ae-3576d6b832cc" providerId="ADAL" clId="{2B465B4A-F1C8-4288-8E8E-520E52F23F5A}" dt="2025-04-17T08:40:32.829" v="2"/>
          <pc:sldLayoutMkLst>
            <pc:docMk/>
            <pc:sldMasterMk cId="1175251079" sldId="2147483885"/>
            <pc:sldLayoutMk cId="328199189" sldId="2147483895"/>
          </pc:sldLayoutMkLst>
        </pc:sldLayoutChg>
        <pc:sldLayoutChg chg="del">
          <pc:chgData name="Evans, Josie" userId="aaea60dd-eaa6-4fde-a2ae-3576d6b832cc" providerId="ADAL" clId="{2B465B4A-F1C8-4288-8E8E-520E52F23F5A}" dt="2025-04-17T08:40:32.829" v="2"/>
          <pc:sldLayoutMkLst>
            <pc:docMk/>
            <pc:sldMasterMk cId="1175251079" sldId="2147483885"/>
            <pc:sldLayoutMk cId="2974244346" sldId="2147483896"/>
          </pc:sldLayoutMkLst>
        </pc:sldLayoutChg>
      </pc:sldMasterChg>
      <pc:sldMasterChg chg="del delSldLayout">
        <pc:chgData name="Evans, Josie" userId="aaea60dd-eaa6-4fde-a2ae-3576d6b832cc" providerId="ADAL" clId="{2B465B4A-F1C8-4288-8E8E-520E52F23F5A}" dt="2025-04-17T08:40:32.829" v="2"/>
        <pc:sldMasterMkLst>
          <pc:docMk/>
          <pc:sldMasterMk cId="4100756167" sldId="2147483897"/>
        </pc:sldMasterMkLst>
        <pc:sldLayoutChg chg="del">
          <pc:chgData name="Evans, Josie" userId="aaea60dd-eaa6-4fde-a2ae-3576d6b832cc" providerId="ADAL" clId="{2B465B4A-F1C8-4288-8E8E-520E52F23F5A}" dt="2025-04-17T08:40:32.829" v="2"/>
          <pc:sldLayoutMkLst>
            <pc:docMk/>
            <pc:sldMasterMk cId="4100756167" sldId="2147483897"/>
            <pc:sldLayoutMk cId="3265297551" sldId="2147483898"/>
          </pc:sldLayoutMkLst>
        </pc:sldLayoutChg>
        <pc:sldLayoutChg chg="del">
          <pc:chgData name="Evans, Josie" userId="aaea60dd-eaa6-4fde-a2ae-3576d6b832cc" providerId="ADAL" clId="{2B465B4A-F1C8-4288-8E8E-520E52F23F5A}" dt="2025-04-17T08:40:32.829" v="2"/>
          <pc:sldLayoutMkLst>
            <pc:docMk/>
            <pc:sldMasterMk cId="4100756167" sldId="2147483897"/>
            <pc:sldLayoutMk cId="3991041670" sldId="2147483899"/>
          </pc:sldLayoutMkLst>
        </pc:sldLayoutChg>
        <pc:sldLayoutChg chg="del">
          <pc:chgData name="Evans, Josie" userId="aaea60dd-eaa6-4fde-a2ae-3576d6b832cc" providerId="ADAL" clId="{2B465B4A-F1C8-4288-8E8E-520E52F23F5A}" dt="2025-04-17T08:40:32.829" v="2"/>
          <pc:sldLayoutMkLst>
            <pc:docMk/>
            <pc:sldMasterMk cId="4100756167" sldId="2147483897"/>
            <pc:sldLayoutMk cId="2632637445" sldId="2147483900"/>
          </pc:sldLayoutMkLst>
        </pc:sldLayoutChg>
        <pc:sldLayoutChg chg="del">
          <pc:chgData name="Evans, Josie" userId="aaea60dd-eaa6-4fde-a2ae-3576d6b832cc" providerId="ADAL" clId="{2B465B4A-F1C8-4288-8E8E-520E52F23F5A}" dt="2025-04-17T08:40:32.829" v="2"/>
          <pc:sldLayoutMkLst>
            <pc:docMk/>
            <pc:sldMasterMk cId="4100756167" sldId="2147483897"/>
            <pc:sldLayoutMk cId="2611431978" sldId="2147483901"/>
          </pc:sldLayoutMkLst>
        </pc:sldLayoutChg>
        <pc:sldLayoutChg chg="del">
          <pc:chgData name="Evans, Josie" userId="aaea60dd-eaa6-4fde-a2ae-3576d6b832cc" providerId="ADAL" clId="{2B465B4A-F1C8-4288-8E8E-520E52F23F5A}" dt="2025-04-17T08:40:32.829" v="2"/>
          <pc:sldLayoutMkLst>
            <pc:docMk/>
            <pc:sldMasterMk cId="4100756167" sldId="2147483897"/>
            <pc:sldLayoutMk cId="2285155211" sldId="2147483902"/>
          </pc:sldLayoutMkLst>
        </pc:sldLayoutChg>
        <pc:sldLayoutChg chg="del">
          <pc:chgData name="Evans, Josie" userId="aaea60dd-eaa6-4fde-a2ae-3576d6b832cc" providerId="ADAL" clId="{2B465B4A-F1C8-4288-8E8E-520E52F23F5A}" dt="2025-04-17T08:40:32.829" v="2"/>
          <pc:sldLayoutMkLst>
            <pc:docMk/>
            <pc:sldMasterMk cId="4100756167" sldId="2147483897"/>
            <pc:sldLayoutMk cId="3662927230" sldId="2147483903"/>
          </pc:sldLayoutMkLst>
        </pc:sldLayoutChg>
        <pc:sldLayoutChg chg="del">
          <pc:chgData name="Evans, Josie" userId="aaea60dd-eaa6-4fde-a2ae-3576d6b832cc" providerId="ADAL" clId="{2B465B4A-F1C8-4288-8E8E-520E52F23F5A}" dt="2025-04-17T08:40:32.829" v="2"/>
          <pc:sldLayoutMkLst>
            <pc:docMk/>
            <pc:sldMasterMk cId="4100756167" sldId="2147483897"/>
            <pc:sldLayoutMk cId="1968557072" sldId="2147483904"/>
          </pc:sldLayoutMkLst>
        </pc:sldLayoutChg>
        <pc:sldLayoutChg chg="del">
          <pc:chgData name="Evans, Josie" userId="aaea60dd-eaa6-4fde-a2ae-3576d6b832cc" providerId="ADAL" clId="{2B465B4A-F1C8-4288-8E8E-520E52F23F5A}" dt="2025-04-17T08:40:32.829" v="2"/>
          <pc:sldLayoutMkLst>
            <pc:docMk/>
            <pc:sldMasterMk cId="4100756167" sldId="2147483897"/>
            <pc:sldLayoutMk cId="41028302" sldId="2147483905"/>
          </pc:sldLayoutMkLst>
        </pc:sldLayoutChg>
        <pc:sldLayoutChg chg="del">
          <pc:chgData name="Evans, Josie" userId="aaea60dd-eaa6-4fde-a2ae-3576d6b832cc" providerId="ADAL" clId="{2B465B4A-F1C8-4288-8E8E-520E52F23F5A}" dt="2025-04-17T08:40:32.829" v="2"/>
          <pc:sldLayoutMkLst>
            <pc:docMk/>
            <pc:sldMasterMk cId="4100756167" sldId="2147483897"/>
            <pc:sldLayoutMk cId="2312751237" sldId="2147483906"/>
          </pc:sldLayoutMkLst>
        </pc:sldLayoutChg>
        <pc:sldLayoutChg chg="del">
          <pc:chgData name="Evans, Josie" userId="aaea60dd-eaa6-4fde-a2ae-3576d6b832cc" providerId="ADAL" clId="{2B465B4A-F1C8-4288-8E8E-520E52F23F5A}" dt="2025-04-17T08:40:32.829" v="2"/>
          <pc:sldLayoutMkLst>
            <pc:docMk/>
            <pc:sldMasterMk cId="4100756167" sldId="2147483897"/>
            <pc:sldLayoutMk cId="557095359" sldId="2147483907"/>
          </pc:sldLayoutMkLst>
        </pc:sldLayoutChg>
      </pc:sldMasterChg>
      <pc:sldMasterChg chg="del delSldLayout">
        <pc:chgData name="Evans, Josie" userId="aaea60dd-eaa6-4fde-a2ae-3576d6b832cc" providerId="ADAL" clId="{2B465B4A-F1C8-4288-8E8E-520E52F23F5A}" dt="2025-04-17T08:40:32.829" v="2"/>
        <pc:sldMasterMkLst>
          <pc:docMk/>
          <pc:sldMasterMk cId="2711428093" sldId="2147483908"/>
        </pc:sldMasterMkLst>
        <pc:sldLayoutChg chg="del">
          <pc:chgData name="Evans, Josie" userId="aaea60dd-eaa6-4fde-a2ae-3576d6b832cc" providerId="ADAL" clId="{2B465B4A-F1C8-4288-8E8E-520E52F23F5A}" dt="2025-04-17T08:40:32.829" v="2"/>
          <pc:sldLayoutMkLst>
            <pc:docMk/>
            <pc:sldMasterMk cId="2711428093" sldId="2147483908"/>
            <pc:sldLayoutMk cId="3375000662" sldId="2147483909"/>
          </pc:sldLayoutMkLst>
        </pc:sldLayoutChg>
        <pc:sldLayoutChg chg="del">
          <pc:chgData name="Evans, Josie" userId="aaea60dd-eaa6-4fde-a2ae-3576d6b832cc" providerId="ADAL" clId="{2B465B4A-F1C8-4288-8E8E-520E52F23F5A}" dt="2025-04-17T08:40:32.829" v="2"/>
          <pc:sldLayoutMkLst>
            <pc:docMk/>
            <pc:sldMasterMk cId="2711428093" sldId="2147483908"/>
            <pc:sldLayoutMk cId="3170572682" sldId="2147483910"/>
          </pc:sldLayoutMkLst>
        </pc:sldLayoutChg>
        <pc:sldLayoutChg chg="del">
          <pc:chgData name="Evans, Josie" userId="aaea60dd-eaa6-4fde-a2ae-3576d6b832cc" providerId="ADAL" clId="{2B465B4A-F1C8-4288-8E8E-520E52F23F5A}" dt="2025-04-17T08:40:32.829" v="2"/>
          <pc:sldLayoutMkLst>
            <pc:docMk/>
            <pc:sldMasterMk cId="2711428093" sldId="2147483908"/>
            <pc:sldLayoutMk cId="4075806154" sldId="2147483911"/>
          </pc:sldLayoutMkLst>
        </pc:sldLayoutChg>
        <pc:sldLayoutChg chg="del">
          <pc:chgData name="Evans, Josie" userId="aaea60dd-eaa6-4fde-a2ae-3576d6b832cc" providerId="ADAL" clId="{2B465B4A-F1C8-4288-8E8E-520E52F23F5A}" dt="2025-04-17T08:40:32.829" v="2"/>
          <pc:sldLayoutMkLst>
            <pc:docMk/>
            <pc:sldMasterMk cId="2711428093" sldId="2147483908"/>
            <pc:sldLayoutMk cId="572188986" sldId="2147483912"/>
          </pc:sldLayoutMkLst>
        </pc:sldLayoutChg>
        <pc:sldLayoutChg chg="del">
          <pc:chgData name="Evans, Josie" userId="aaea60dd-eaa6-4fde-a2ae-3576d6b832cc" providerId="ADAL" clId="{2B465B4A-F1C8-4288-8E8E-520E52F23F5A}" dt="2025-04-17T08:40:32.829" v="2"/>
          <pc:sldLayoutMkLst>
            <pc:docMk/>
            <pc:sldMasterMk cId="2711428093" sldId="2147483908"/>
            <pc:sldLayoutMk cId="3207332113" sldId="2147483913"/>
          </pc:sldLayoutMkLst>
        </pc:sldLayoutChg>
        <pc:sldLayoutChg chg="del">
          <pc:chgData name="Evans, Josie" userId="aaea60dd-eaa6-4fde-a2ae-3576d6b832cc" providerId="ADAL" clId="{2B465B4A-F1C8-4288-8E8E-520E52F23F5A}" dt="2025-04-17T08:40:32.829" v="2"/>
          <pc:sldLayoutMkLst>
            <pc:docMk/>
            <pc:sldMasterMk cId="2711428093" sldId="2147483908"/>
            <pc:sldLayoutMk cId="1460219817" sldId="2147483914"/>
          </pc:sldLayoutMkLst>
        </pc:sldLayoutChg>
        <pc:sldLayoutChg chg="del">
          <pc:chgData name="Evans, Josie" userId="aaea60dd-eaa6-4fde-a2ae-3576d6b832cc" providerId="ADAL" clId="{2B465B4A-F1C8-4288-8E8E-520E52F23F5A}" dt="2025-04-17T08:40:32.829" v="2"/>
          <pc:sldLayoutMkLst>
            <pc:docMk/>
            <pc:sldMasterMk cId="2711428093" sldId="2147483908"/>
            <pc:sldLayoutMk cId="994855307" sldId="2147483915"/>
          </pc:sldLayoutMkLst>
        </pc:sldLayoutChg>
        <pc:sldLayoutChg chg="del">
          <pc:chgData name="Evans, Josie" userId="aaea60dd-eaa6-4fde-a2ae-3576d6b832cc" providerId="ADAL" clId="{2B465B4A-F1C8-4288-8E8E-520E52F23F5A}" dt="2025-04-17T08:40:32.829" v="2"/>
          <pc:sldLayoutMkLst>
            <pc:docMk/>
            <pc:sldMasterMk cId="2711428093" sldId="2147483908"/>
            <pc:sldLayoutMk cId="1060909352" sldId="2147483916"/>
          </pc:sldLayoutMkLst>
        </pc:sldLayoutChg>
        <pc:sldLayoutChg chg="del">
          <pc:chgData name="Evans, Josie" userId="aaea60dd-eaa6-4fde-a2ae-3576d6b832cc" providerId="ADAL" clId="{2B465B4A-F1C8-4288-8E8E-520E52F23F5A}" dt="2025-04-17T08:40:32.829" v="2"/>
          <pc:sldLayoutMkLst>
            <pc:docMk/>
            <pc:sldMasterMk cId="2711428093" sldId="2147483908"/>
            <pc:sldLayoutMk cId="2650676527" sldId="2147483917"/>
          </pc:sldLayoutMkLst>
        </pc:sldLayoutChg>
        <pc:sldLayoutChg chg="del">
          <pc:chgData name="Evans, Josie" userId="aaea60dd-eaa6-4fde-a2ae-3576d6b832cc" providerId="ADAL" clId="{2B465B4A-F1C8-4288-8E8E-520E52F23F5A}" dt="2025-04-17T08:40:32.829" v="2"/>
          <pc:sldLayoutMkLst>
            <pc:docMk/>
            <pc:sldMasterMk cId="2711428093" sldId="2147483908"/>
            <pc:sldLayoutMk cId="787982011" sldId="2147483918"/>
          </pc:sldLayoutMkLst>
        </pc:sldLayoutChg>
      </pc:sldMasterChg>
      <pc:sldMasterChg chg="del delSldLayout">
        <pc:chgData name="Evans, Josie" userId="aaea60dd-eaa6-4fde-a2ae-3576d6b832cc" providerId="ADAL" clId="{2B465B4A-F1C8-4288-8E8E-520E52F23F5A}" dt="2025-04-17T08:40:32.829" v="2"/>
        <pc:sldMasterMkLst>
          <pc:docMk/>
          <pc:sldMasterMk cId="3031503955" sldId="2147483919"/>
        </pc:sldMasterMkLst>
        <pc:sldLayoutChg chg="del">
          <pc:chgData name="Evans, Josie" userId="aaea60dd-eaa6-4fde-a2ae-3576d6b832cc" providerId="ADAL" clId="{2B465B4A-F1C8-4288-8E8E-520E52F23F5A}" dt="2025-04-17T08:40:32.829" v="2"/>
          <pc:sldLayoutMkLst>
            <pc:docMk/>
            <pc:sldMasterMk cId="3031503955" sldId="2147483919"/>
            <pc:sldLayoutMk cId="2893047665" sldId="2147483920"/>
          </pc:sldLayoutMkLst>
        </pc:sldLayoutChg>
        <pc:sldLayoutChg chg="del">
          <pc:chgData name="Evans, Josie" userId="aaea60dd-eaa6-4fde-a2ae-3576d6b832cc" providerId="ADAL" clId="{2B465B4A-F1C8-4288-8E8E-520E52F23F5A}" dt="2025-04-17T08:40:32.829" v="2"/>
          <pc:sldLayoutMkLst>
            <pc:docMk/>
            <pc:sldMasterMk cId="3031503955" sldId="2147483919"/>
            <pc:sldLayoutMk cId="2311018602" sldId="2147483921"/>
          </pc:sldLayoutMkLst>
        </pc:sldLayoutChg>
        <pc:sldLayoutChg chg="del">
          <pc:chgData name="Evans, Josie" userId="aaea60dd-eaa6-4fde-a2ae-3576d6b832cc" providerId="ADAL" clId="{2B465B4A-F1C8-4288-8E8E-520E52F23F5A}" dt="2025-04-17T08:40:32.829" v="2"/>
          <pc:sldLayoutMkLst>
            <pc:docMk/>
            <pc:sldMasterMk cId="3031503955" sldId="2147483919"/>
            <pc:sldLayoutMk cId="409655489" sldId="2147483922"/>
          </pc:sldLayoutMkLst>
        </pc:sldLayoutChg>
        <pc:sldLayoutChg chg="del">
          <pc:chgData name="Evans, Josie" userId="aaea60dd-eaa6-4fde-a2ae-3576d6b832cc" providerId="ADAL" clId="{2B465B4A-F1C8-4288-8E8E-520E52F23F5A}" dt="2025-04-17T08:40:32.829" v="2"/>
          <pc:sldLayoutMkLst>
            <pc:docMk/>
            <pc:sldMasterMk cId="3031503955" sldId="2147483919"/>
            <pc:sldLayoutMk cId="1924027665" sldId="2147483923"/>
          </pc:sldLayoutMkLst>
        </pc:sldLayoutChg>
        <pc:sldLayoutChg chg="del">
          <pc:chgData name="Evans, Josie" userId="aaea60dd-eaa6-4fde-a2ae-3576d6b832cc" providerId="ADAL" clId="{2B465B4A-F1C8-4288-8E8E-520E52F23F5A}" dt="2025-04-17T08:40:32.829" v="2"/>
          <pc:sldLayoutMkLst>
            <pc:docMk/>
            <pc:sldMasterMk cId="3031503955" sldId="2147483919"/>
            <pc:sldLayoutMk cId="1365561193" sldId="2147483924"/>
          </pc:sldLayoutMkLst>
        </pc:sldLayoutChg>
        <pc:sldLayoutChg chg="del">
          <pc:chgData name="Evans, Josie" userId="aaea60dd-eaa6-4fde-a2ae-3576d6b832cc" providerId="ADAL" clId="{2B465B4A-F1C8-4288-8E8E-520E52F23F5A}" dt="2025-04-17T08:40:32.829" v="2"/>
          <pc:sldLayoutMkLst>
            <pc:docMk/>
            <pc:sldMasterMk cId="3031503955" sldId="2147483919"/>
            <pc:sldLayoutMk cId="2092895715" sldId="2147483925"/>
          </pc:sldLayoutMkLst>
        </pc:sldLayoutChg>
        <pc:sldLayoutChg chg="del">
          <pc:chgData name="Evans, Josie" userId="aaea60dd-eaa6-4fde-a2ae-3576d6b832cc" providerId="ADAL" clId="{2B465B4A-F1C8-4288-8E8E-520E52F23F5A}" dt="2025-04-17T08:40:32.829" v="2"/>
          <pc:sldLayoutMkLst>
            <pc:docMk/>
            <pc:sldMasterMk cId="3031503955" sldId="2147483919"/>
            <pc:sldLayoutMk cId="3044172282" sldId="2147483926"/>
          </pc:sldLayoutMkLst>
        </pc:sldLayoutChg>
        <pc:sldLayoutChg chg="del">
          <pc:chgData name="Evans, Josie" userId="aaea60dd-eaa6-4fde-a2ae-3576d6b832cc" providerId="ADAL" clId="{2B465B4A-F1C8-4288-8E8E-520E52F23F5A}" dt="2025-04-17T08:40:32.829" v="2"/>
          <pc:sldLayoutMkLst>
            <pc:docMk/>
            <pc:sldMasterMk cId="3031503955" sldId="2147483919"/>
            <pc:sldLayoutMk cId="3760372723" sldId="2147483927"/>
          </pc:sldLayoutMkLst>
        </pc:sldLayoutChg>
        <pc:sldLayoutChg chg="del">
          <pc:chgData name="Evans, Josie" userId="aaea60dd-eaa6-4fde-a2ae-3576d6b832cc" providerId="ADAL" clId="{2B465B4A-F1C8-4288-8E8E-520E52F23F5A}" dt="2025-04-17T08:40:32.829" v="2"/>
          <pc:sldLayoutMkLst>
            <pc:docMk/>
            <pc:sldMasterMk cId="3031503955" sldId="2147483919"/>
            <pc:sldLayoutMk cId="62625303" sldId="2147483928"/>
          </pc:sldLayoutMkLst>
        </pc:sldLayoutChg>
        <pc:sldLayoutChg chg="del">
          <pc:chgData name="Evans, Josie" userId="aaea60dd-eaa6-4fde-a2ae-3576d6b832cc" providerId="ADAL" clId="{2B465B4A-F1C8-4288-8E8E-520E52F23F5A}" dt="2025-04-17T08:40:32.829" v="2"/>
          <pc:sldLayoutMkLst>
            <pc:docMk/>
            <pc:sldMasterMk cId="3031503955" sldId="2147483919"/>
            <pc:sldLayoutMk cId="641472249" sldId="2147483929"/>
          </pc:sldLayoutMkLst>
        </pc:sldLayoutChg>
      </pc:sldMasterChg>
      <pc:sldMasterChg chg="del delSldLayout">
        <pc:chgData name="Evans, Josie" userId="aaea60dd-eaa6-4fde-a2ae-3576d6b832cc" providerId="ADAL" clId="{2B465B4A-F1C8-4288-8E8E-520E52F23F5A}" dt="2025-04-17T08:40:32.829" v="2"/>
        <pc:sldMasterMkLst>
          <pc:docMk/>
          <pc:sldMasterMk cId="276447705" sldId="2147483930"/>
        </pc:sldMasterMkLst>
        <pc:sldLayoutChg chg="del">
          <pc:chgData name="Evans, Josie" userId="aaea60dd-eaa6-4fde-a2ae-3576d6b832cc" providerId="ADAL" clId="{2B465B4A-F1C8-4288-8E8E-520E52F23F5A}" dt="2025-04-17T08:40:32.829" v="2"/>
          <pc:sldLayoutMkLst>
            <pc:docMk/>
            <pc:sldMasterMk cId="276447705" sldId="2147483930"/>
            <pc:sldLayoutMk cId="694752249" sldId="2147483931"/>
          </pc:sldLayoutMkLst>
        </pc:sldLayoutChg>
        <pc:sldLayoutChg chg="del">
          <pc:chgData name="Evans, Josie" userId="aaea60dd-eaa6-4fde-a2ae-3576d6b832cc" providerId="ADAL" clId="{2B465B4A-F1C8-4288-8E8E-520E52F23F5A}" dt="2025-04-17T08:40:32.829" v="2"/>
          <pc:sldLayoutMkLst>
            <pc:docMk/>
            <pc:sldMasterMk cId="276447705" sldId="2147483930"/>
            <pc:sldLayoutMk cId="515327403" sldId="2147483932"/>
          </pc:sldLayoutMkLst>
        </pc:sldLayoutChg>
        <pc:sldLayoutChg chg="del">
          <pc:chgData name="Evans, Josie" userId="aaea60dd-eaa6-4fde-a2ae-3576d6b832cc" providerId="ADAL" clId="{2B465B4A-F1C8-4288-8E8E-520E52F23F5A}" dt="2025-04-17T08:40:32.829" v="2"/>
          <pc:sldLayoutMkLst>
            <pc:docMk/>
            <pc:sldMasterMk cId="276447705" sldId="2147483930"/>
            <pc:sldLayoutMk cId="2281279855" sldId="2147483933"/>
          </pc:sldLayoutMkLst>
        </pc:sldLayoutChg>
        <pc:sldLayoutChg chg="del">
          <pc:chgData name="Evans, Josie" userId="aaea60dd-eaa6-4fde-a2ae-3576d6b832cc" providerId="ADAL" clId="{2B465B4A-F1C8-4288-8E8E-520E52F23F5A}" dt="2025-04-17T08:40:32.829" v="2"/>
          <pc:sldLayoutMkLst>
            <pc:docMk/>
            <pc:sldMasterMk cId="276447705" sldId="2147483930"/>
            <pc:sldLayoutMk cId="3206381469" sldId="2147483934"/>
          </pc:sldLayoutMkLst>
        </pc:sldLayoutChg>
        <pc:sldLayoutChg chg="del">
          <pc:chgData name="Evans, Josie" userId="aaea60dd-eaa6-4fde-a2ae-3576d6b832cc" providerId="ADAL" clId="{2B465B4A-F1C8-4288-8E8E-520E52F23F5A}" dt="2025-04-17T08:40:32.829" v="2"/>
          <pc:sldLayoutMkLst>
            <pc:docMk/>
            <pc:sldMasterMk cId="276447705" sldId="2147483930"/>
            <pc:sldLayoutMk cId="858242704" sldId="2147483935"/>
          </pc:sldLayoutMkLst>
        </pc:sldLayoutChg>
        <pc:sldLayoutChg chg="del">
          <pc:chgData name="Evans, Josie" userId="aaea60dd-eaa6-4fde-a2ae-3576d6b832cc" providerId="ADAL" clId="{2B465B4A-F1C8-4288-8E8E-520E52F23F5A}" dt="2025-04-17T08:40:32.829" v="2"/>
          <pc:sldLayoutMkLst>
            <pc:docMk/>
            <pc:sldMasterMk cId="276447705" sldId="2147483930"/>
            <pc:sldLayoutMk cId="566990121" sldId="2147483936"/>
          </pc:sldLayoutMkLst>
        </pc:sldLayoutChg>
        <pc:sldLayoutChg chg="del">
          <pc:chgData name="Evans, Josie" userId="aaea60dd-eaa6-4fde-a2ae-3576d6b832cc" providerId="ADAL" clId="{2B465B4A-F1C8-4288-8E8E-520E52F23F5A}" dt="2025-04-17T08:40:32.829" v="2"/>
          <pc:sldLayoutMkLst>
            <pc:docMk/>
            <pc:sldMasterMk cId="276447705" sldId="2147483930"/>
            <pc:sldLayoutMk cId="1521418134" sldId="2147483937"/>
          </pc:sldLayoutMkLst>
        </pc:sldLayoutChg>
        <pc:sldLayoutChg chg="del">
          <pc:chgData name="Evans, Josie" userId="aaea60dd-eaa6-4fde-a2ae-3576d6b832cc" providerId="ADAL" clId="{2B465B4A-F1C8-4288-8E8E-520E52F23F5A}" dt="2025-04-17T08:40:32.829" v="2"/>
          <pc:sldLayoutMkLst>
            <pc:docMk/>
            <pc:sldMasterMk cId="276447705" sldId="2147483930"/>
            <pc:sldLayoutMk cId="3554539864" sldId="2147483938"/>
          </pc:sldLayoutMkLst>
        </pc:sldLayoutChg>
        <pc:sldLayoutChg chg="del">
          <pc:chgData name="Evans, Josie" userId="aaea60dd-eaa6-4fde-a2ae-3576d6b832cc" providerId="ADAL" clId="{2B465B4A-F1C8-4288-8E8E-520E52F23F5A}" dt="2025-04-17T08:40:32.829" v="2"/>
          <pc:sldLayoutMkLst>
            <pc:docMk/>
            <pc:sldMasterMk cId="276447705" sldId="2147483930"/>
            <pc:sldLayoutMk cId="1535250739" sldId="2147483939"/>
          </pc:sldLayoutMkLst>
        </pc:sldLayoutChg>
        <pc:sldLayoutChg chg="del">
          <pc:chgData name="Evans, Josie" userId="aaea60dd-eaa6-4fde-a2ae-3576d6b832cc" providerId="ADAL" clId="{2B465B4A-F1C8-4288-8E8E-520E52F23F5A}" dt="2025-04-17T08:40:32.829" v="2"/>
          <pc:sldLayoutMkLst>
            <pc:docMk/>
            <pc:sldMasterMk cId="276447705" sldId="2147483930"/>
            <pc:sldLayoutMk cId="2421692947" sldId="2147483940"/>
          </pc:sldLayoutMkLst>
        </pc:sldLayoutChg>
      </pc:sldMasterChg>
      <pc:sldMasterChg chg="del delSldLayout">
        <pc:chgData name="Evans, Josie" userId="aaea60dd-eaa6-4fde-a2ae-3576d6b832cc" providerId="ADAL" clId="{2B465B4A-F1C8-4288-8E8E-520E52F23F5A}" dt="2025-04-17T08:40:32.829" v="2"/>
        <pc:sldMasterMkLst>
          <pc:docMk/>
          <pc:sldMasterMk cId="537580445" sldId="2147483941"/>
        </pc:sldMasterMkLst>
        <pc:sldLayoutChg chg="del">
          <pc:chgData name="Evans, Josie" userId="aaea60dd-eaa6-4fde-a2ae-3576d6b832cc" providerId="ADAL" clId="{2B465B4A-F1C8-4288-8E8E-520E52F23F5A}" dt="2025-04-17T08:40:32.829" v="2"/>
          <pc:sldLayoutMkLst>
            <pc:docMk/>
            <pc:sldMasterMk cId="537580445" sldId="2147483941"/>
            <pc:sldLayoutMk cId="3655050728" sldId="2147483942"/>
          </pc:sldLayoutMkLst>
        </pc:sldLayoutChg>
        <pc:sldLayoutChg chg="del">
          <pc:chgData name="Evans, Josie" userId="aaea60dd-eaa6-4fde-a2ae-3576d6b832cc" providerId="ADAL" clId="{2B465B4A-F1C8-4288-8E8E-520E52F23F5A}" dt="2025-04-17T08:40:32.829" v="2"/>
          <pc:sldLayoutMkLst>
            <pc:docMk/>
            <pc:sldMasterMk cId="537580445" sldId="2147483941"/>
            <pc:sldLayoutMk cId="191104469" sldId="2147483948"/>
          </pc:sldLayoutMkLst>
        </pc:sldLayoutChg>
        <pc:sldLayoutChg chg="del">
          <pc:chgData name="Evans, Josie" userId="aaea60dd-eaa6-4fde-a2ae-3576d6b832cc" providerId="ADAL" clId="{2B465B4A-F1C8-4288-8E8E-520E52F23F5A}" dt="2025-04-17T08:40:32.829" v="2"/>
          <pc:sldLayoutMkLst>
            <pc:docMk/>
            <pc:sldMasterMk cId="537580445" sldId="2147483941"/>
            <pc:sldLayoutMk cId="3106673082" sldId="2147483949"/>
          </pc:sldLayoutMkLst>
        </pc:sldLayoutChg>
        <pc:sldLayoutChg chg="del">
          <pc:chgData name="Evans, Josie" userId="aaea60dd-eaa6-4fde-a2ae-3576d6b832cc" providerId="ADAL" clId="{2B465B4A-F1C8-4288-8E8E-520E52F23F5A}" dt="2025-04-17T08:40:32.829" v="2"/>
          <pc:sldLayoutMkLst>
            <pc:docMk/>
            <pc:sldMasterMk cId="537580445" sldId="2147483941"/>
            <pc:sldLayoutMk cId="2883798060" sldId="2147483950"/>
          </pc:sldLayoutMkLst>
        </pc:sldLayoutChg>
        <pc:sldLayoutChg chg="del">
          <pc:chgData name="Evans, Josie" userId="aaea60dd-eaa6-4fde-a2ae-3576d6b832cc" providerId="ADAL" clId="{2B465B4A-F1C8-4288-8E8E-520E52F23F5A}" dt="2025-04-17T08:40:32.829" v="2"/>
          <pc:sldLayoutMkLst>
            <pc:docMk/>
            <pc:sldMasterMk cId="537580445" sldId="2147483941"/>
            <pc:sldLayoutMk cId="4228679101" sldId="2147483951"/>
          </pc:sldLayoutMkLst>
        </pc:sldLayoutChg>
      </pc:sldMasterChg>
      <pc:sldMasterChg chg="del delSldLayout">
        <pc:chgData name="Evans, Josie" userId="aaea60dd-eaa6-4fde-a2ae-3576d6b832cc" providerId="ADAL" clId="{2B465B4A-F1C8-4288-8E8E-520E52F23F5A}" dt="2025-04-17T08:40:32.829" v="2"/>
        <pc:sldMasterMkLst>
          <pc:docMk/>
          <pc:sldMasterMk cId="1502784078" sldId="2147483943"/>
        </pc:sldMasterMkLst>
        <pc:sldLayoutChg chg="del">
          <pc:chgData name="Evans, Josie" userId="aaea60dd-eaa6-4fde-a2ae-3576d6b832cc" providerId="ADAL" clId="{2B465B4A-F1C8-4288-8E8E-520E52F23F5A}" dt="2025-04-17T08:40:32.829" v="2"/>
          <pc:sldLayoutMkLst>
            <pc:docMk/>
            <pc:sldMasterMk cId="1502784078" sldId="2147483943"/>
            <pc:sldLayoutMk cId="3733918436" sldId="2147483944"/>
          </pc:sldLayoutMkLst>
        </pc:sldLayoutChg>
        <pc:sldLayoutChg chg="del">
          <pc:chgData name="Evans, Josie" userId="aaea60dd-eaa6-4fde-a2ae-3576d6b832cc" providerId="ADAL" clId="{2B465B4A-F1C8-4288-8E8E-520E52F23F5A}" dt="2025-04-17T08:40:32.829" v="2"/>
          <pc:sldLayoutMkLst>
            <pc:docMk/>
            <pc:sldMasterMk cId="1502784078" sldId="2147483943"/>
            <pc:sldLayoutMk cId="714599208" sldId="2147483952"/>
          </pc:sldLayoutMkLst>
        </pc:sldLayoutChg>
        <pc:sldLayoutChg chg="del">
          <pc:chgData name="Evans, Josie" userId="aaea60dd-eaa6-4fde-a2ae-3576d6b832cc" providerId="ADAL" clId="{2B465B4A-F1C8-4288-8E8E-520E52F23F5A}" dt="2025-04-17T08:40:32.829" v="2"/>
          <pc:sldLayoutMkLst>
            <pc:docMk/>
            <pc:sldMasterMk cId="1502784078" sldId="2147483943"/>
            <pc:sldLayoutMk cId="785506021" sldId="2147483953"/>
          </pc:sldLayoutMkLst>
        </pc:sldLayoutChg>
        <pc:sldLayoutChg chg="del">
          <pc:chgData name="Evans, Josie" userId="aaea60dd-eaa6-4fde-a2ae-3576d6b832cc" providerId="ADAL" clId="{2B465B4A-F1C8-4288-8E8E-520E52F23F5A}" dt="2025-04-17T08:40:32.829" v="2"/>
          <pc:sldLayoutMkLst>
            <pc:docMk/>
            <pc:sldMasterMk cId="1502784078" sldId="2147483943"/>
            <pc:sldLayoutMk cId="1326846653" sldId="2147483954"/>
          </pc:sldLayoutMkLst>
        </pc:sldLayoutChg>
        <pc:sldLayoutChg chg="del">
          <pc:chgData name="Evans, Josie" userId="aaea60dd-eaa6-4fde-a2ae-3576d6b832cc" providerId="ADAL" clId="{2B465B4A-F1C8-4288-8E8E-520E52F23F5A}" dt="2025-04-17T08:40:32.829" v="2"/>
          <pc:sldLayoutMkLst>
            <pc:docMk/>
            <pc:sldMasterMk cId="1502784078" sldId="2147483943"/>
            <pc:sldLayoutMk cId="1638070405" sldId="2147483955"/>
          </pc:sldLayoutMkLst>
        </pc:sldLayoutChg>
      </pc:sldMasterChg>
    </pc:docChg>
  </pc:docChgLst>
  <pc:docChgLst>
    <pc:chgData name="Evans, Josie" userId="S::jevans3@qa.com::aaea60dd-eaa6-4fde-a2ae-3576d6b832cc" providerId="AD" clId="Web-{2CE4447B-5E60-F11C-7DB8-BA793FE42C0A}"/>
    <pc:docChg chg="modSld">
      <pc:chgData name="Evans, Josie" userId="S::jevans3@qa.com::aaea60dd-eaa6-4fde-a2ae-3576d6b832cc" providerId="AD" clId="Web-{2CE4447B-5E60-F11C-7DB8-BA793FE42C0A}" dt="2025-04-17T08:53:15.263" v="0" actId="20577"/>
      <pc:docMkLst>
        <pc:docMk/>
      </pc:docMkLst>
      <pc:sldChg chg="modSp">
        <pc:chgData name="Evans, Josie" userId="S::jevans3@qa.com::aaea60dd-eaa6-4fde-a2ae-3576d6b832cc" providerId="AD" clId="Web-{2CE4447B-5E60-F11C-7DB8-BA793FE42C0A}" dt="2025-04-17T08:53:15.263" v="0" actId="20577"/>
        <pc:sldMkLst>
          <pc:docMk/>
          <pc:sldMk cId="4112081948" sldId="388"/>
        </pc:sldMkLst>
        <pc:spChg chg="mod">
          <ac:chgData name="Evans, Josie" userId="S::jevans3@qa.com::aaea60dd-eaa6-4fde-a2ae-3576d6b832cc" providerId="AD" clId="Web-{2CE4447B-5E60-F11C-7DB8-BA793FE42C0A}" dt="2025-04-17T08:53:15.263" v="0" actId="20577"/>
          <ac:spMkLst>
            <pc:docMk/>
            <pc:sldMk cId="4112081948" sldId="388"/>
            <ac:spMk id="2" creationId="{2F39C802-88E5-3CE4-2D48-96EA8AC6128E}"/>
          </ac:spMkLst>
        </pc:spChg>
      </pc:sldChg>
    </pc:docChg>
  </pc:docChgLst>
  <pc:docChgLst>
    <pc:chgData name="Feist, Ella" userId="992bbaf2-811d-42cb-a4d6-e7fc45e325e8" providerId="ADAL" clId="{B896F418-8131-4D87-9C05-21A072B160CF}"/>
    <pc:docChg chg="undo custSel modSld">
      <pc:chgData name="Feist, Ella" userId="992bbaf2-811d-42cb-a4d6-e7fc45e325e8" providerId="ADAL" clId="{B896F418-8131-4D87-9C05-21A072B160CF}" dt="2025-04-17T10:33:02.607" v="189" actId="20577"/>
      <pc:docMkLst>
        <pc:docMk/>
      </pc:docMkLst>
      <pc:sldChg chg="modSp mod">
        <pc:chgData name="Feist, Ella" userId="992bbaf2-811d-42cb-a4d6-e7fc45e325e8" providerId="ADAL" clId="{B896F418-8131-4D87-9C05-21A072B160CF}" dt="2025-04-17T10:22:27.863" v="1" actId="20577"/>
        <pc:sldMkLst>
          <pc:docMk/>
          <pc:sldMk cId="84191161" sldId="377"/>
        </pc:sldMkLst>
        <pc:spChg chg="mod">
          <ac:chgData name="Feist, Ella" userId="992bbaf2-811d-42cb-a4d6-e7fc45e325e8" providerId="ADAL" clId="{B896F418-8131-4D87-9C05-21A072B160CF}" dt="2025-04-17T10:22:27.863" v="1" actId="20577"/>
          <ac:spMkLst>
            <pc:docMk/>
            <pc:sldMk cId="84191161" sldId="377"/>
            <ac:spMk id="4" creationId="{87FFA603-A550-771E-BA62-45DA2C1B803C}"/>
          </ac:spMkLst>
        </pc:spChg>
      </pc:sldChg>
      <pc:sldChg chg="delSp mod">
        <pc:chgData name="Feist, Ella" userId="992bbaf2-811d-42cb-a4d6-e7fc45e325e8" providerId="ADAL" clId="{B896F418-8131-4D87-9C05-21A072B160CF}" dt="2025-04-17T10:22:35.204" v="2" actId="478"/>
        <pc:sldMkLst>
          <pc:docMk/>
          <pc:sldMk cId="2586081379" sldId="379"/>
        </pc:sldMkLst>
      </pc:sldChg>
      <pc:sldChg chg="delSp modSp mod modNotes">
        <pc:chgData name="Feist, Ella" userId="992bbaf2-811d-42cb-a4d6-e7fc45e325e8" providerId="ADAL" clId="{B896F418-8131-4D87-9C05-21A072B160CF}" dt="2025-04-17T10:29:52.459" v="115" actId="20577"/>
        <pc:sldMkLst>
          <pc:docMk/>
          <pc:sldMk cId="289115444" sldId="380"/>
        </pc:sldMkLst>
        <pc:spChg chg="mod">
          <ac:chgData name="Feist, Ella" userId="992bbaf2-811d-42cb-a4d6-e7fc45e325e8" providerId="ADAL" clId="{B896F418-8131-4D87-9C05-21A072B160CF}" dt="2025-04-17T10:25:52.338" v="20" actId="20577"/>
          <ac:spMkLst>
            <pc:docMk/>
            <pc:sldMk cId="289115444" sldId="380"/>
            <ac:spMk id="6" creationId="{BEA6A67B-46DC-FE80-1B68-2E232F98B6B2}"/>
          </ac:spMkLst>
        </pc:spChg>
      </pc:sldChg>
      <pc:sldChg chg="modSp mod modNotes">
        <pc:chgData name="Feist, Ella" userId="992bbaf2-811d-42cb-a4d6-e7fc45e325e8" providerId="ADAL" clId="{B896F418-8131-4D87-9C05-21A072B160CF}" dt="2025-04-17T10:30:55.174" v="149" actId="20577"/>
        <pc:sldMkLst>
          <pc:docMk/>
          <pc:sldMk cId="699425222" sldId="381"/>
        </pc:sldMkLst>
        <pc:spChg chg="mod">
          <ac:chgData name="Feist, Ella" userId="992bbaf2-811d-42cb-a4d6-e7fc45e325e8" providerId="ADAL" clId="{B896F418-8131-4D87-9C05-21A072B160CF}" dt="2025-04-17T10:26:01.990" v="26" actId="20577"/>
          <ac:spMkLst>
            <pc:docMk/>
            <pc:sldMk cId="699425222" sldId="381"/>
            <ac:spMk id="6" creationId="{59F57F10-2E6D-53DE-75B8-46C538CA1C6D}"/>
          </ac:spMkLst>
        </pc:spChg>
      </pc:sldChg>
      <pc:sldChg chg="delSp modSp mod modNotes">
        <pc:chgData name="Feist, Ella" userId="992bbaf2-811d-42cb-a4d6-e7fc45e325e8" providerId="ADAL" clId="{B896F418-8131-4D87-9C05-21A072B160CF}" dt="2025-04-17T10:31:30.203" v="157" actId="20577"/>
        <pc:sldMkLst>
          <pc:docMk/>
          <pc:sldMk cId="3089317815" sldId="382"/>
        </pc:sldMkLst>
        <pc:spChg chg="mod">
          <ac:chgData name="Feist, Ella" userId="992bbaf2-811d-42cb-a4d6-e7fc45e325e8" providerId="ADAL" clId="{B896F418-8131-4D87-9C05-21A072B160CF}" dt="2025-04-17T10:26:46.890" v="45" actId="20577"/>
          <ac:spMkLst>
            <pc:docMk/>
            <pc:sldMk cId="3089317815" sldId="382"/>
            <ac:spMk id="2" creationId="{B0AD17F8-F793-0904-FF77-127B99C6061B}"/>
          </ac:spMkLst>
        </pc:spChg>
        <pc:spChg chg="mod">
          <ac:chgData name="Feist, Ella" userId="992bbaf2-811d-42cb-a4d6-e7fc45e325e8" providerId="ADAL" clId="{B896F418-8131-4D87-9C05-21A072B160CF}" dt="2025-04-17T10:26:32.800" v="44" actId="113"/>
          <ac:spMkLst>
            <pc:docMk/>
            <pc:sldMk cId="3089317815" sldId="382"/>
            <ac:spMk id="11" creationId="{65C129EF-8461-490F-468B-002B57C9488E}"/>
          </ac:spMkLst>
        </pc:spChg>
        <pc:spChg chg="mod">
          <ac:chgData name="Feist, Ella" userId="992bbaf2-811d-42cb-a4d6-e7fc45e325e8" providerId="ADAL" clId="{B896F418-8131-4D87-9C05-21A072B160CF}" dt="2025-04-17T10:26:19.063" v="37" actId="207"/>
          <ac:spMkLst>
            <pc:docMk/>
            <pc:sldMk cId="3089317815" sldId="382"/>
            <ac:spMk id="13" creationId="{7BDBAEE0-416D-A660-71F9-4B7947178315}"/>
          </ac:spMkLst>
        </pc:spChg>
      </pc:sldChg>
      <pc:sldChg chg="delSp modSp mod modNotes">
        <pc:chgData name="Feist, Ella" userId="992bbaf2-811d-42cb-a4d6-e7fc45e325e8" providerId="ADAL" clId="{B896F418-8131-4D87-9C05-21A072B160CF}" dt="2025-04-17T10:31:48.770" v="160" actId="20577"/>
        <pc:sldMkLst>
          <pc:docMk/>
          <pc:sldMk cId="2338015333" sldId="383"/>
        </pc:sldMkLst>
        <pc:spChg chg="mod">
          <ac:chgData name="Feist, Ella" userId="992bbaf2-811d-42cb-a4d6-e7fc45e325e8" providerId="ADAL" clId="{B896F418-8131-4D87-9C05-21A072B160CF}" dt="2025-04-17T10:26:50.014" v="46" actId="20577"/>
          <ac:spMkLst>
            <pc:docMk/>
            <pc:sldMk cId="2338015333" sldId="383"/>
            <ac:spMk id="2" creationId="{ADB5DD3A-7669-B06A-A7CC-C8E671918C0B}"/>
          </ac:spMkLst>
        </pc:spChg>
        <pc:spChg chg="mod">
          <ac:chgData name="Feist, Ella" userId="992bbaf2-811d-42cb-a4d6-e7fc45e325e8" providerId="ADAL" clId="{B896F418-8131-4D87-9C05-21A072B160CF}" dt="2025-04-17T10:27:07.124" v="52" actId="14100"/>
          <ac:spMkLst>
            <pc:docMk/>
            <pc:sldMk cId="2338015333" sldId="383"/>
            <ac:spMk id="6" creationId="{5EFBAE0C-19A0-CA56-FD12-3741C26C654A}"/>
          </ac:spMkLst>
        </pc:spChg>
      </pc:sldChg>
      <pc:sldChg chg="delSp modSp mod modNotes">
        <pc:chgData name="Feist, Ella" userId="992bbaf2-811d-42cb-a4d6-e7fc45e325e8" providerId="ADAL" clId="{B896F418-8131-4D87-9C05-21A072B160CF}" dt="2025-04-17T10:32:28.886" v="186" actId="20577"/>
        <pc:sldMkLst>
          <pc:docMk/>
          <pc:sldMk cId="2464399351" sldId="384"/>
        </pc:sldMkLst>
        <pc:spChg chg="mod">
          <ac:chgData name="Feist, Ella" userId="992bbaf2-811d-42cb-a4d6-e7fc45e325e8" providerId="ADAL" clId="{B896F418-8131-4D87-9C05-21A072B160CF}" dt="2025-04-17T10:27:19.738" v="54" actId="14100"/>
          <ac:spMkLst>
            <pc:docMk/>
            <pc:sldMk cId="2464399351" sldId="384"/>
            <ac:spMk id="5" creationId="{A3FDC489-2F79-C2E6-6B26-4918D153F67D}"/>
          </ac:spMkLst>
        </pc:spChg>
      </pc:sldChg>
      <pc:sldChg chg="delSp modSp mod modNotes">
        <pc:chgData name="Feist, Ella" userId="992bbaf2-811d-42cb-a4d6-e7fc45e325e8" providerId="ADAL" clId="{B896F418-8131-4D87-9C05-21A072B160CF}" dt="2025-04-17T10:33:02.607" v="189" actId="20577"/>
        <pc:sldMkLst>
          <pc:docMk/>
          <pc:sldMk cId="2734547887" sldId="385"/>
        </pc:sldMkLst>
        <pc:spChg chg="mod">
          <ac:chgData name="Feist, Ella" userId="992bbaf2-811d-42cb-a4d6-e7fc45e325e8" providerId="ADAL" clId="{B896F418-8131-4D87-9C05-21A072B160CF}" dt="2025-04-17T10:27:32.759" v="62" actId="20577"/>
          <ac:spMkLst>
            <pc:docMk/>
            <pc:sldMk cId="2734547887" sldId="385"/>
            <ac:spMk id="5" creationId="{F0529AEE-6CD6-AC3A-4418-E6AC8D5A7881}"/>
          </ac:spMkLst>
        </pc:spChg>
      </pc:sldChg>
      <pc:sldChg chg="delSp modSp mod">
        <pc:chgData name="Feist, Ella" userId="992bbaf2-811d-42cb-a4d6-e7fc45e325e8" providerId="ADAL" clId="{B896F418-8131-4D87-9C05-21A072B160CF}" dt="2025-04-17T10:27:39.434" v="64" actId="207"/>
        <pc:sldMkLst>
          <pc:docMk/>
          <pc:sldMk cId="3529113550" sldId="386"/>
        </pc:sldMkLst>
        <pc:spChg chg="mod">
          <ac:chgData name="Feist, Ella" userId="992bbaf2-811d-42cb-a4d6-e7fc45e325e8" providerId="ADAL" clId="{B896F418-8131-4D87-9C05-21A072B160CF}" dt="2025-04-17T10:27:39.434" v="64" actId="207"/>
          <ac:spMkLst>
            <pc:docMk/>
            <pc:sldMk cId="3529113550" sldId="386"/>
            <ac:spMk id="6" creationId="{1D687BE9-C6B2-D61B-6696-00868E6C5C17}"/>
          </ac:spMkLst>
        </pc:spChg>
      </pc:sldChg>
      <pc:sldChg chg="addSp delSp modSp mod chgLayout">
        <pc:chgData name="Feist, Ella" userId="992bbaf2-811d-42cb-a4d6-e7fc45e325e8" providerId="ADAL" clId="{B896F418-8131-4D87-9C05-21A072B160CF}" dt="2025-04-17T10:28:24.007" v="81" actId="20577"/>
        <pc:sldMkLst>
          <pc:docMk/>
          <pc:sldMk cId="3308967184" sldId="387"/>
        </pc:sldMkLst>
        <pc:spChg chg="add mod ord">
          <ac:chgData name="Feist, Ella" userId="992bbaf2-811d-42cb-a4d6-e7fc45e325e8" providerId="ADAL" clId="{B896F418-8131-4D87-9C05-21A072B160CF}" dt="2025-04-17T10:28:17.858" v="79" actId="20577"/>
          <ac:spMkLst>
            <pc:docMk/>
            <pc:sldMk cId="3308967184" sldId="387"/>
            <ac:spMk id="3" creationId="{E088F4D1-88F2-1149-1A39-68364FAD1965}"/>
          </ac:spMkLst>
        </pc:spChg>
        <pc:spChg chg="mod ord">
          <ac:chgData name="Feist, Ella" userId="992bbaf2-811d-42cb-a4d6-e7fc45e325e8" providerId="ADAL" clId="{B896F418-8131-4D87-9C05-21A072B160CF}" dt="2025-04-17T10:27:47.434" v="65" actId="6264"/>
          <ac:spMkLst>
            <pc:docMk/>
            <pc:sldMk cId="3308967184" sldId="387"/>
            <ac:spMk id="4" creationId="{E8B3CDB1-1EDD-A9D0-875F-167575FDFD12}"/>
          </ac:spMkLst>
        </pc:spChg>
        <pc:spChg chg="mod">
          <ac:chgData name="Feist, Ella" userId="992bbaf2-811d-42cb-a4d6-e7fc45e325e8" providerId="ADAL" clId="{B896F418-8131-4D87-9C05-21A072B160CF}" dt="2025-04-17T10:28:24.007" v="81" actId="20577"/>
          <ac:spMkLst>
            <pc:docMk/>
            <pc:sldMk cId="3308967184" sldId="387"/>
            <ac:spMk id="6" creationId="{353CC479-1E44-0D82-8BB0-8ABB57DC3731}"/>
          </ac:spMkLst>
        </pc:spChg>
      </pc:sldChg>
      <pc:sldChg chg="modSp mod">
        <pc:chgData name="Feist, Ella" userId="992bbaf2-811d-42cb-a4d6-e7fc45e325e8" providerId="ADAL" clId="{B896F418-8131-4D87-9C05-21A072B160CF}" dt="2025-04-17T10:28:33.075" v="84" actId="20577"/>
        <pc:sldMkLst>
          <pc:docMk/>
          <pc:sldMk cId="4112081948" sldId="388"/>
        </pc:sldMkLst>
        <pc:spChg chg="mod">
          <ac:chgData name="Feist, Ella" userId="992bbaf2-811d-42cb-a4d6-e7fc45e325e8" providerId="ADAL" clId="{B896F418-8131-4D87-9C05-21A072B160CF}" dt="2025-04-17T10:28:33.075" v="84" actId="20577"/>
          <ac:spMkLst>
            <pc:docMk/>
            <pc:sldMk cId="4112081948" sldId="388"/>
            <ac:spMk id="5" creationId="{9F6CBBEF-4B0A-4F6F-3C1C-47F08F80875E}"/>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DF08F72-D084-4C96-B297-285B2ED0D15C}" type="datetimeFigureOut">
              <a:rPr lang="en-GB" smtClean="0"/>
              <a:t>28/07/2026</a:t>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5BE1F5F-BEC2-48D5-A890-C07C79853E26}" type="slidenum">
              <a:rPr lang="en-GB" smtClean="0"/>
              <a:t>‹#›</a:t>
            </a:fld>
            <a:endParaRPr lang="en-GB" dirty="0"/>
          </a:p>
        </p:txBody>
      </p:sp>
    </p:spTree>
    <p:extLst>
      <p:ext uri="{BB962C8B-B14F-4D97-AF65-F5344CB8AC3E}">
        <p14:creationId xmlns:p14="http://schemas.microsoft.com/office/powerpoint/2010/main" val="139437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5BE1F5F-BEC2-48D5-A890-C07C79853E26}" type="slidenum">
              <a:rPr lang="en-GB" smtClean="0"/>
              <a:t>1</a:t>
            </a:fld>
            <a:endParaRPr lang="en-GB" dirty="0"/>
          </a:p>
        </p:txBody>
      </p:sp>
    </p:spTree>
    <p:extLst>
      <p:ext uri="{BB962C8B-B14F-4D97-AF65-F5344CB8AC3E}">
        <p14:creationId xmlns:p14="http://schemas.microsoft.com/office/powerpoint/2010/main" val="28256517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5BE1F5F-BEC2-48D5-A890-C07C79853E26}" type="slidenum">
              <a:rPr lang="en-GB" smtClean="0"/>
              <a:t>2</a:t>
            </a:fld>
            <a:endParaRPr lang="en-GB" dirty="0"/>
          </a:p>
        </p:txBody>
      </p:sp>
    </p:spTree>
    <p:extLst>
      <p:ext uri="{BB962C8B-B14F-4D97-AF65-F5344CB8AC3E}">
        <p14:creationId xmlns:p14="http://schemas.microsoft.com/office/powerpoint/2010/main" val="14385129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5BE1F5F-BEC2-48D5-A890-C07C79853E26}" type="slidenum">
              <a:rPr lang="en-GB" smtClean="0"/>
              <a:t>3</a:t>
            </a:fld>
            <a:endParaRPr lang="en-GB" dirty="0"/>
          </a:p>
        </p:txBody>
      </p:sp>
    </p:spTree>
    <p:extLst>
      <p:ext uri="{BB962C8B-B14F-4D97-AF65-F5344CB8AC3E}">
        <p14:creationId xmlns:p14="http://schemas.microsoft.com/office/powerpoint/2010/main" val="35991218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5BE1F5F-BEC2-48D5-A890-C07C79853E26}" type="slidenum">
              <a:rPr lang="en-GB" smtClean="0"/>
              <a:t>4</a:t>
            </a:fld>
            <a:endParaRPr lang="en-GB" dirty="0"/>
          </a:p>
        </p:txBody>
      </p:sp>
    </p:spTree>
    <p:extLst>
      <p:ext uri="{BB962C8B-B14F-4D97-AF65-F5344CB8AC3E}">
        <p14:creationId xmlns:p14="http://schemas.microsoft.com/office/powerpoint/2010/main" val="12405986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 every project so far, when you have had a class called</a:t>
            </a:r>
            <a:r>
              <a:rPr lang="en-GB" baseline="0" dirty="0"/>
              <a:t> Program you have been ‘defining a data type’. But, not a data type you have been planning on using in code. You have never even thought of typing: </a:t>
            </a:r>
          </a:p>
          <a:p>
            <a:pPr marL="171450" indent="-171450">
              <a:buFont typeface="Arial" panose="020B0604020202020204" pitchFamily="34" charset="0"/>
              <a:buChar char="•"/>
            </a:pPr>
            <a:r>
              <a:rPr lang="en-GB" baseline="0" dirty="0"/>
              <a:t>Program p = new Program();</a:t>
            </a:r>
          </a:p>
          <a:p>
            <a:r>
              <a:rPr lang="en-GB" baseline="0" dirty="0"/>
              <a:t>This is </a:t>
            </a:r>
            <a:r>
              <a:rPr lang="en-GB" dirty="0"/>
              <a:t>m</a:t>
            </a:r>
            <a:r>
              <a:rPr lang="en-GB" baseline="0" dirty="0"/>
              <a:t>ainly because p&lt;dot&gt; would not show anything interesting.</a:t>
            </a:r>
          </a:p>
          <a:p>
            <a:endParaRPr lang="en-GB" baseline="0" dirty="0"/>
          </a:p>
          <a:p>
            <a:r>
              <a:rPr lang="en-GB" baseline="0" dirty="0"/>
              <a:t>We have been using Program as a ‘home’ to place some code that will run without us ‘calling it’ as we have this promise that Ctrl-F11 causes the ‘main’ method to run. </a:t>
            </a:r>
          </a:p>
          <a:p>
            <a:endParaRPr lang="en-GB" dirty="0"/>
          </a:p>
          <a:p>
            <a:r>
              <a:rPr lang="en-GB" baseline="0" dirty="0"/>
              <a:t>‘main’ is a method of class Program and by its very nature is static as the runtime is just looking to call Program.main(). ‘main’ then just calls other static routines as you have done many times in the previous labs. </a:t>
            </a:r>
          </a:p>
          <a:p>
            <a:endParaRPr lang="en-GB" dirty="0"/>
          </a:p>
          <a:p>
            <a:r>
              <a:rPr lang="en-GB" baseline="0" dirty="0"/>
              <a:t>As far as data is concerned, we have never needed multiple copies and when we have, we have used a local array. But now we want multiple people each with their own name and multiple cars with their own speed. We need to write applications where all the code is not in one (Program) class.</a:t>
            </a:r>
            <a:br>
              <a:rPr lang="en-GB" baseline="0" dirty="0"/>
            </a:br>
            <a:endParaRPr lang="en-GB" baseline="0" dirty="0"/>
          </a:p>
          <a:p>
            <a:endParaRPr lang="en-GB" baseline="0" dirty="0"/>
          </a:p>
          <a:p>
            <a:r>
              <a:rPr lang="en-GB" baseline="0" dirty="0"/>
              <a:t> </a:t>
            </a:r>
            <a:endParaRPr lang="en-GB" dirty="0"/>
          </a:p>
          <a:p>
            <a:endParaRPr lang="en-GB" dirty="0"/>
          </a:p>
        </p:txBody>
      </p:sp>
      <p:sp>
        <p:nvSpPr>
          <p:cNvPr id="4" name="Slide Number Placeholder 3"/>
          <p:cNvSpPr>
            <a:spLocks noGrp="1"/>
          </p:cNvSpPr>
          <p:nvPr>
            <p:ph type="sldNum" sz="quarter" idx="5"/>
          </p:nvPr>
        </p:nvSpPr>
        <p:spPr/>
        <p:txBody>
          <a:bodyPr/>
          <a:lstStyle/>
          <a:p>
            <a:fld id="{35BE1F5F-BEC2-48D5-A890-C07C79853E26}" type="slidenum">
              <a:rPr lang="en-GB" smtClean="0"/>
              <a:t>5</a:t>
            </a:fld>
            <a:endParaRPr lang="en-GB" dirty="0"/>
          </a:p>
        </p:txBody>
      </p:sp>
    </p:spTree>
    <p:extLst>
      <p:ext uri="{BB962C8B-B14F-4D97-AF65-F5344CB8AC3E}">
        <p14:creationId xmlns:p14="http://schemas.microsoft.com/office/powerpoint/2010/main" val="24769911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accelerate method is an instance method of the Car class. This code will therefore be executed whenever the method is invoked on any Car object. Consider the following code, which creates two car objects and then gets them accelerating:</a:t>
            </a:r>
          </a:p>
          <a:p>
            <a:endParaRPr lang="en-GB" dirty="0"/>
          </a:p>
          <a:p>
            <a:r>
              <a:rPr lang="en-GB" dirty="0"/>
              <a:t>Car c = new Car();	</a:t>
            </a:r>
            <a:br>
              <a:rPr lang="en-GB" dirty="0"/>
            </a:br>
            <a:r>
              <a:rPr lang="en-GB" dirty="0"/>
              <a:t>Car d = new Car();	</a:t>
            </a:r>
            <a:br>
              <a:rPr lang="en-GB" dirty="0"/>
            </a:br>
            <a:r>
              <a:rPr lang="en-GB" dirty="0"/>
              <a:t>c.accelerate( 10 );	</a:t>
            </a:r>
            <a:br>
              <a:rPr lang="en-GB" dirty="0"/>
            </a:br>
            <a:r>
              <a:rPr lang="en-GB" dirty="0"/>
              <a:t>d.accelerate( 20 );</a:t>
            </a:r>
          </a:p>
          <a:p>
            <a:br>
              <a:rPr lang="en-GB" dirty="0"/>
            </a:br>
            <a:r>
              <a:rPr lang="en-GB" dirty="0"/>
              <a:t>Note the two calls to accelerate. Now, how does the code in the Car class know which of the two Car objects should have its speed adjusted? The answer to this is that the method receives a hidden parameter, called this, which refers to the object that the method was invoked against. </a:t>
            </a:r>
          </a:p>
          <a:p>
            <a:endParaRPr lang="en-GB" dirty="0"/>
          </a:p>
          <a:p>
            <a:r>
              <a:rPr lang="en-GB" dirty="0"/>
              <a:t>In the case of the call c.accelerate(10), this will equal c; for d.accelerate(20). This will equal d.</a:t>
            </a:r>
          </a:p>
          <a:p>
            <a:endParaRPr lang="en-GB" dirty="0"/>
          </a:p>
          <a:p>
            <a:r>
              <a:rPr lang="en-GB" dirty="0"/>
              <a:t>You rarely need to explicitly use the this reference, as the compiler will silently insert it as needed. However, it is very useful in a couple of situations:</a:t>
            </a:r>
          </a:p>
          <a:p>
            <a:pPr marL="171450" indent="-171450">
              <a:buFont typeface="Arial" panose="020B0604020202020204" pitchFamily="34" charset="0"/>
              <a:buChar char="•"/>
            </a:pPr>
            <a:r>
              <a:rPr lang="en-GB" dirty="0"/>
              <a:t>You need to pass a reference to the current object to a method.</a:t>
            </a:r>
          </a:p>
          <a:p>
            <a:pPr marL="171450" indent="-171450">
              <a:buFont typeface="Arial" panose="020B0604020202020204" pitchFamily="34" charset="0"/>
              <a:buChar char="•"/>
            </a:pPr>
            <a:r>
              <a:rPr lang="en-GB" dirty="0"/>
              <a:t>A parameter name needs to be disambiguated from a field name.</a:t>
            </a:r>
          </a:p>
          <a:p>
            <a:endParaRPr lang="en-GB" dirty="0"/>
          </a:p>
        </p:txBody>
      </p:sp>
      <p:sp>
        <p:nvSpPr>
          <p:cNvPr id="4" name="Slide Number Placeholder 3"/>
          <p:cNvSpPr>
            <a:spLocks noGrp="1"/>
          </p:cNvSpPr>
          <p:nvPr>
            <p:ph type="sldNum" sz="quarter" idx="5"/>
          </p:nvPr>
        </p:nvSpPr>
        <p:spPr/>
        <p:txBody>
          <a:bodyPr/>
          <a:lstStyle/>
          <a:p>
            <a:fld id="{35BE1F5F-BEC2-48D5-A890-C07C79853E26}" type="slidenum">
              <a:rPr lang="en-GB" smtClean="0"/>
              <a:t>6</a:t>
            </a:fld>
            <a:endParaRPr lang="en-GB" dirty="0"/>
          </a:p>
        </p:txBody>
      </p:sp>
    </p:spTree>
    <p:extLst>
      <p:ext uri="{BB962C8B-B14F-4D97-AF65-F5344CB8AC3E}">
        <p14:creationId xmlns:p14="http://schemas.microsoft.com/office/powerpoint/2010/main" val="28689147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Above is a simple example of the</a:t>
            </a:r>
            <a:r>
              <a:rPr lang="en-GB" baseline="0" dirty="0"/>
              <a:t> Factory class. The Bank class is designed as a factory for Account instances.</a:t>
            </a:r>
          </a:p>
          <a:p>
            <a:r>
              <a:rPr lang="en-GB" baseline="0" dirty="0"/>
              <a:t>The constructor of the Account is internal. Therefore, an Account may only be instantiated inside the class library but not from the client applications using the class library.</a:t>
            </a:r>
          </a:p>
          <a:p>
            <a:endParaRPr lang="en-GB" baseline="0" dirty="0"/>
          </a:p>
          <a:p>
            <a:r>
              <a:rPr lang="en-GB" baseline="0" dirty="0"/>
              <a:t>The only way a client application (using the class library) can get a new Account instance is by calling the static Bank method, CreateAccount.  </a:t>
            </a:r>
          </a:p>
          <a:p>
            <a:endParaRPr lang="en-GB" baseline="0" dirty="0"/>
          </a:p>
          <a:p>
            <a:r>
              <a:rPr lang="en-GB" baseline="0" dirty="0"/>
              <a:t>Factory classes can be useful in situations when you want a central factory to watch over the instance creation. For example, to detect the credentials of the uses, assign automatic IDs, restrict creation of instances, create a pool of objects ready for deployment, access databases to set the properties of the instance being created, and many more uses. </a:t>
            </a:r>
            <a:endParaRPr lang="en-GB" dirty="0"/>
          </a:p>
          <a:p>
            <a:endParaRPr lang="en-IN" dirty="0"/>
          </a:p>
          <a:p>
            <a:endParaRPr lang="en-GB" dirty="0"/>
          </a:p>
        </p:txBody>
      </p:sp>
      <p:sp>
        <p:nvSpPr>
          <p:cNvPr id="4" name="Slide Number Placeholder 3"/>
          <p:cNvSpPr>
            <a:spLocks noGrp="1"/>
          </p:cNvSpPr>
          <p:nvPr>
            <p:ph type="sldNum" sz="quarter" idx="5"/>
          </p:nvPr>
        </p:nvSpPr>
        <p:spPr/>
        <p:txBody>
          <a:bodyPr/>
          <a:lstStyle/>
          <a:p>
            <a:fld id="{35BE1F5F-BEC2-48D5-A890-C07C79853E26}" type="slidenum">
              <a:rPr lang="en-GB" smtClean="0"/>
              <a:t>7</a:t>
            </a:fld>
            <a:endParaRPr lang="en-GB" dirty="0"/>
          </a:p>
        </p:txBody>
      </p:sp>
    </p:spTree>
    <p:extLst>
      <p:ext uri="{BB962C8B-B14F-4D97-AF65-F5344CB8AC3E}">
        <p14:creationId xmlns:p14="http://schemas.microsoft.com/office/powerpoint/2010/main" val="16369529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An important thing to note about static members is that they cannot access instance members unless they acquire a reference to an object. You will doubtless remember from before that instance methods get a special parameter, ‘this’, that they use to identify the object that the code is currently operating against.</a:t>
            </a:r>
          </a:p>
          <a:p>
            <a:endParaRPr lang="en-GB" dirty="0"/>
          </a:p>
          <a:p>
            <a:r>
              <a:rPr lang="en-GB" dirty="0"/>
              <a:t>Static members don't receive a ‘this’ reference because they aren't working on an object.</a:t>
            </a:r>
          </a:p>
          <a:p>
            <a:r>
              <a:rPr lang="en-GB" dirty="0"/>
              <a:t>However, they can access instance members if they are passed a reference to an object (or create an object for themselves, as shown in the example above).</a:t>
            </a:r>
          </a:p>
          <a:p>
            <a:endParaRPr lang="en-GB" dirty="0"/>
          </a:p>
        </p:txBody>
      </p:sp>
      <p:sp>
        <p:nvSpPr>
          <p:cNvPr id="4" name="Slide Number Placeholder 3"/>
          <p:cNvSpPr>
            <a:spLocks noGrp="1"/>
          </p:cNvSpPr>
          <p:nvPr>
            <p:ph type="sldNum" sz="quarter" idx="5"/>
          </p:nvPr>
        </p:nvSpPr>
        <p:spPr/>
        <p:txBody>
          <a:bodyPr/>
          <a:lstStyle/>
          <a:p>
            <a:fld id="{35BE1F5F-BEC2-48D5-A890-C07C79853E26}" type="slidenum">
              <a:rPr lang="en-GB" smtClean="0"/>
              <a:t>8</a:t>
            </a:fld>
            <a:endParaRPr lang="en-GB" dirty="0"/>
          </a:p>
        </p:txBody>
      </p:sp>
    </p:spTree>
    <p:extLst>
      <p:ext uri="{BB962C8B-B14F-4D97-AF65-F5344CB8AC3E}">
        <p14:creationId xmlns:p14="http://schemas.microsoft.com/office/powerpoint/2010/main" val="29585134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 the same way that objects often require initialisation, the class itself might require initialisation so that it can set values for the static fields. You can, of course, provide initialisation statements at the point of declaration for a static field.</a:t>
            </a:r>
          </a:p>
          <a:p>
            <a:r>
              <a:rPr lang="en-GB" dirty="0"/>
              <a:t>However, flexibility is available by coding a static initialiser. This is invoked by the JVM once before any access is made to the type at all. Therefore, you can guarantee that no methods or properties have been called, and no objects created, when the static initialiser(s) are invoked. However, any static fields that are initialised at the point of declaration will be in their initialised state.</a:t>
            </a:r>
          </a:p>
          <a:p>
            <a:endParaRPr lang="en-GB" dirty="0"/>
          </a:p>
          <a:p>
            <a:r>
              <a:rPr lang="en-GB" dirty="0"/>
              <a:t>An important thing to note is that they can take no parameters (the JVM wouldn't know what to pass in), and it can’t have an access modifier (only the JVM can invoke it).</a:t>
            </a:r>
          </a:p>
          <a:p>
            <a:endParaRPr lang="en-GB" dirty="0"/>
          </a:p>
        </p:txBody>
      </p:sp>
      <p:sp>
        <p:nvSpPr>
          <p:cNvPr id="4" name="Slide Number Placeholder 3"/>
          <p:cNvSpPr>
            <a:spLocks noGrp="1"/>
          </p:cNvSpPr>
          <p:nvPr>
            <p:ph type="sldNum" sz="quarter" idx="5"/>
          </p:nvPr>
        </p:nvSpPr>
        <p:spPr/>
        <p:txBody>
          <a:bodyPr/>
          <a:lstStyle/>
          <a:p>
            <a:fld id="{35BE1F5F-BEC2-48D5-A890-C07C79853E26}" type="slidenum">
              <a:rPr lang="en-GB" smtClean="0"/>
              <a:t>9</a:t>
            </a:fld>
            <a:endParaRPr lang="en-GB" dirty="0"/>
          </a:p>
        </p:txBody>
      </p:sp>
    </p:spTree>
    <p:extLst>
      <p:ext uri="{BB962C8B-B14F-4D97-AF65-F5344CB8AC3E}">
        <p14:creationId xmlns:p14="http://schemas.microsoft.com/office/powerpoint/2010/main" val="3470806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is probably the only example where you will find public fields, as final fields are sometimes used in place of a field</a:t>
            </a:r>
            <a:r>
              <a:rPr lang="en-GB" baseline="0" dirty="0"/>
              <a:t> + get method </a:t>
            </a:r>
            <a:r>
              <a:rPr lang="en-GB" dirty="0"/>
              <a:t>combination. The important thing to note about a final field is that its value must be established during the object construction if it is non-static, or in a static initialiser if it is static. </a:t>
            </a:r>
          </a:p>
          <a:p>
            <a:br>
              <a:rPr lang="en-GB" dirty="0"/>
            </a:br>
            <a:r>
              <a:rPr lang="en-GB" dirty="0"/>
              <a:t>So, a final field can be initialised with the result of an expression that is evaluated at run-time.</a:t>
            </a:r>
          </a:p>
          <a:p>
            <a:endParaRPr lang="en-GB" dirty="0"/>
          </a:p>
          <a:p>
            <a:r>
              <a:rPr lang="en-GB" dirty="0"/>
              <a:t>Java offers many ‘constants’ as public static final fields; two</a:t>
            </a:r>
            <a:r>
              <a:rPr lang="en-GB" baseline="0" dirty="0"/>
              <a:t> are visible above Math.PI and Calendar.YEAR. The naming convention is that if they are initialised with a literal value that the compiler can resolve then they are capitalised. You will find many in the Colour class: Color.BLACK, Color.WHITE</a:t>
            </a:r>
            <a:r>
              <a:rPr lang="en-GB" dirty="0"/>
              <a:t>,</a:t>
            </a:r>
            <a:r>
              <a:rPr lang="en-GB" baseline="0" dirty="0"/>
              <a:t> etc.</a:t>
            </a:r>
            <a:endParaRPr lang="en-GB" dirty="0"/>
          </a:p>
          <a:p>
            <a:endParaRPr lang="en-GB" dirty="0"/>
          </a:p>
        </p:txBody>
      </p:sp>
      <p:sp>
        <p:nvSpPr>
          <p:cNvPr id="4" name="Slide Number Placeholder 3"/>
          <p:cNvSpPr>
            <a:spLocks noGrp="1"/>
          </p:cNvSpPr>
          <p:nvPr>
            <p:ph type="sldNum" sz="quarter" idx="5"/>
          </p:nvPr>
        </p:nvSpPr>
        <p:spPr/>
        <p:txBody>
          <a:bodyPr/>
          <a:lstStyle/>
          <a:p>
            <a:fld id="{35BE1F5F-BEC2-48D5-A890-C07C79853E26}" type="slidenum">
              <a:rPr lang="en-GB" smtClean="0"/>
              <a:t>10</a:t>
            </a:fld>
            <a:endParaRPr lang="en-GB" dirty="0"/>
          </a:p>
        </p:txBody>
      </p:sp>
    </p:spTree>
    <p:extLst>
      <p:ext uri="{BB962C8B-B14F-4D97-AF65-F5344CB8AC3E}">
        <p14:creationId xmlns:p14="http://schemas.microsoft.com/office/powerpoint/2010/main" val="34380591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5BE1F5F-BEC2-48D5-A890-C07C79853E26}" type="slidenum">
              <a:rPr lang="en-GB" smtClean="0"/>
              <a:t>11</a:t>
            </a:fld>
            <a:endParaRPr lang="en-GB" dirty="0"/>
          </a:p>
        </p:txBody>
      </p:sp>
    </p:spTree>
    <p:extLst>
      <p:ext uri="{BB962C8B-B14F-4D97-AF65-F5344CB8AC3E}">
        <p14:creationId xmlns:p14="http://schemas.microsoft.com/office/powerpoint/2010/main" val="148828277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Types can have both instance and static members. Instance members require an object to operate against (remember the hidden this parameter); static members work for the type.</a:t>
            </a:r>
          </a:p>
          <a:p>
            <a:endParaRPr lang="en-GB" dirty="0"/>
          </a:p>
        </p:txBody>
      </p:sp>
      <p:sp>
        <p:nvSpPr>
          <p:cNvPr id="4" name="Slide Number Placeholder 3"/>
          <p:cNvSpPr>
            <a:spLocks noGrp="1"/>
          </p:cNvSpPr>
          <p:nvPr>
            <p:ph type="sldNum" sz="quarter" idx="5"/>
          </p:nvPr>
        </p:nvSpPr>
        <p:spPr/>
        <p:txBody>
          <a:bodyPr/>
          <a:lstStyle/>
          <a:p>
            <a:fld id="{35BE1F5F-BEC2-48D5-A890-C07C79853E26}" type="slidenum">
              <a:rPr lang="en-GB" smtClean="0"/>
              <a:t>12</a:t>
            </a:fld>
            <a:endParaRPr lang="en-GB" dirty="0"/>
          </a:p>
        </p:txBody>
      </p:sp>
    </p:spTree>
    <p:extLst>
      <p:ext uri="{BB962C8B-B14F-4D97-AF65-F5344CB8AC3E}">
        <p14:creationId xmlns:p14="http://schemas.microsoft.com/office/powerpoint/2010/main" val="109712093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5BE1F5F-BEC2-48D5-A890-C07C79853E26}" type="slidenum">
              <a:rPr lang="en-GB" smtClean="0"/>
              <a:t>13</a:t>
            </a:fld>
            <a:endParaRPr lang="en-GB" dirty="0"/>
          </a:p>
        </p:txBody>
      </p:sp>
    </p:spTree>
    <p:extLst>
      <p:ext uri="{BB962C8B-B14F-4D97-AF65-F5344CB8AC3E}">
        <p14:creationId xmlns:p14="http://schemas.microsoft.com/office/powerpoint/2010/main" val="124300860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png"/><Relationship Id="rId1" Type="http://schemas.openxmlformats.org/officeDocument/2006/relationships/slideMaster" Target="../slideMasters/slideMaster2.xml"/><Relationship Id="rId4" Type="http://schemas.openxmlformats.org/officeDocument/2006/relationships/image" Target="../media/image9.emf"/></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0.png"/><Relationship Id="rId1" Type="http://schemas.openxmlformats.org/officeDocument/2006/relationships/slideMaster" Target="../slideMasters/slideMaster2.xml"/><Relationship Id="rId4" Type="http://schemas.openxmlformats.org/officeDocument/2006/relationships/image" Target="../media/image9.emf"/></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12.png"/><Relationship Id="rId1" Type="http://schemas.openxmlformats.org/officeDocument/2006/relationships/slideMaster" Target="../slideMasters/slideMaster2.xml"/><Relationship Id="rId4" Type="http://schemas.openxmlformats.org/officeDocument/2006/relationships/image" Target="../media/image9.emf"/></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image" Target="../media/image14.png"/><Relationship Id="rId1" Type="http://schemas.openxmlformats.org/officeDocument/2006/relationships/slideMaster" Target="../slideMasters/slideMaster2.xml"/><Relationship Id="rId4" Type="http://schemas.openxmlformats.org/officeDocument/2006/relationships/image" Target="../media/image9.emf"/></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6.png"/><Relationship Id="rId1" Type="http://schemas.openxmlformats.org/officeDocument/2006/relationships/slideMaster" Target="../slideMasters/slideMaster2.xml"/><Relationship Id="rId4" Type="http://schemas.openxmlformats.org/officeDocument/2006/relationships/image" Target="../media/image9.emf"/></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image" Target="../media/image18.png"/><Relationship Id="rId1" Type="http://schemas.openxmlformats.org/officeDocument/2006/relationships/slideMaster" Target="../slideMasters/slideMaster2.xml"/><Relationship Id="rId4" Type="http://schemas.openxmlformats.org/officeDocument/2006/relationships/image" Target="../media/image9.emf"/></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image" Target="../media/image20.png"/><Relationship Id="rId1" Type="http://schemas.openxmlformats.org/officeDocument/2006/relationships/slideMaster" Target="../slideMasters/slideMaster2.xml"/><Relationship Id="rId4" Type="http://schemas.openxmlformats.org/officeDocument/2006/relationships/image" Target="../media/image22.emf"/></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image" Target="../media/image23.png"/><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image" Target="../media/image26.png"/><Relationship Id="rId1" Type="http://schemas.openxmlformats.org/officeDocument/2006/relationships/slideMaster" Target="../slideMasters/slideMaster3.xml"/><Relationship Id="rId5" Type="http://schemas.openxmlformats.org/officeDocument/2006/relationships/image" Target="../media/image23.png"/><Relationship Id="rId4" Type="http://schemas.openxmlformats.org/officeDocument/2006/relationships/image" Target="../media/image28.emf"/></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9.png"/><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30.png"/><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31.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usiness/Marketing - 1">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10" name="Picture 9" descr="A person holding an orange paper&#10;&#10;Description automatically generated">
            <a:extLst>
              <a:ext uri="{FF2B5EF4-FFF2-40B4-BE49-F238E27FC236}">
                <a16:creationId xmlns:a16="http://schemas.microsoft.com/office/drawing/2014/main" id="{04697691-3082-2ECF-DAB8-FE29E8E66DDD}"/>
              </a:ext>
              <a:ext uri="{C183D7F6-B498-43B3-948B-1728B52AA6E4}">
                <adec:decorative xmlns:adec="http://schemas.microsoft.com/office/drawing/2017/decorative" val="0"/>
              </a:ext>
            </a:extLst>
          </p:cNvPr>
          <p:cNvPicPr>
            <a:picLocks noChangeAspect="1"/>
          </p:cNvPicPr>
          <p:nvPr userDrawn="1"/>
        </p:nvPicPr>
        <p:blipFill>
          <a:blip r:embed="rId2">
            <a:extLst>
              <a:ext uri="{28A0092B-C50C-407E-A947-70E740481C1C}">
                <a14:useLocalDpi xmlns:a14="http://schemas.microsoft.com/office/drawing/2010/main" val="0"/>
              </a:ext>
            </a:extLst>
          </a:blip>
          <a:srcRect l="16320" r="29534" b="1793"/>
          <a:stretch/>
        </p:blipFill>
        <p:spPr>
          <a:xfrm>
            <a:off x="6528390" y="0"/>
            <a:ext cx="5663609" cy="6849922"/>
          </a:xfrm>
          <a:prstGeom prst="rect">
            <a:avLst/>
          </a:prstGeom>
        </p:spPr>
      </p:pic>
      <p:pic>
        <p:nvPicPr>
          <p:cNvPr id="4" name="Picture 3">
            <a:extLst>
              <a:ext uri="{FF2B5EF4-FFF2-40B4-BE49-F238E27FC236}">
                <a16:creationId xmlns:a16="http://schemas.microsoft.com/office/drawing/2014/main" id="{D60A4229-1351-3FFE-81FC-8041CD7C210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482900" y="5100968"/>
            <a:ext cx="2360758" cy="1199265"/>
          </a:xfrm>
          <a:prstGeom prst="rect">
            <a:avLst/>
          </a:prstGeom>
        </p:spPr>
      </p:pic>
    </p:spTree>
    <p:extLst>
      <p:ext uri="{BB962C8B-B14F-4D97-AF65-F5344CB8AC3E}">
        <p14:creationId xmlns:p14="http://schemas.microsoft.com/office/powerpoint/2010/main" val="2912373933"/>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Business/Marketing - 2">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7" name="Picture 6" descr="A person talking to another person&#10;&#10;Description automatically generated">
            <a:extLst>
              <a:ext uri="{FF2B5EF4-FFF2-40B4-BE49-F238E27FC236}">
                <a16:creationId xmlns:a16="http://schemas.microsoft.com/office/drawing/2014/main" id="{BD578162-5FB4-6C6D-006A-D95E9BA25FAF}"/>
              </a:ext>
            </a:extLst>
          </p:cNvPr>
          <p:cNvPicPr>
            <a:picLocks noChangeAspect="1"/>
          </p:cNvPicPr>
          <p:nvPr userDrawn="1"/>
        </p:nvPicPr>
        <p:blipFill>
          <a:blip r:embed="rId2">
            <a:extLst>
              <a:ext uri="{28A0092B-C50C-407E-A947-70E740481C1C}">
                <a14:useLocalDpi xmlns:a14="http://schemas.microsoft.com/office/drawing/2010/main" val="0"/>
              </a:ext>
            </a:extLst>
          </a:blip>
          <a:srcRect l="17765" r="27171"/>
          <a:stretch/>
        </p:blipFill>
        <p:spPr>
          <a:xfrm>
            <a:off x="6528390" y="0"/>
            <a:ext cx="5663609" cy="6859064"/>
          </a:xfrm>
          <a:prstGeom prst="rect">
            <a:avLst/>
          </a:prstGeom>
        </p:spPr>
      </p:pic>
      <p:pic>
        <p:nvPicPr>
          <p:cNvPr id="4" name="Picture 3">
            <a:extLst>
              <a:ext uri="{FF2B5EF4-FFF2-40B4-BE49-F238E27FC236}">
                <a16:creationId xmlns:a16="http://schemas.microsoft.com/office/drawing/2014/main" id="{D60A4229-1351-3FFE-81FC-8041CD7C210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482900" y="5100968"/>
            <a:ext cx="2360758" cy="1199265"/>
          </a:xfrm>
          <a:prstGeom prst="rect">
            <a:avLst/>
          </a:prstGeom>
        </p:spPr>
      </p:pic>
    </p:spTree>
    <p:extLst>
      <p:ext uri="{BB962C8B-B14F-4D97-AF65-F5344CB8AC3E}">
        <p14:creationId xmlns:p14="http://schemas.microsoft.com/office/powerpoint/2010/main" val="154782600"/>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Business/Marketing - 3">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8" name="Picture 7" descr="A person and person standing in an office&#10;&#10;Description automatically generated">
            <a:extLst>
              <a:ext uri="{FF2B5EF4-FFF2-40B4-BE49-F238E27FC236}">
                <a16:creationId xmlns:a16="http://schemas.microsoft.com/office/drawing/2014/main" id="{5A656440-781D-FF89-A173-6F135D6EB40D}"/>
              </a:ext>
            </a:extLst>
          </p:cNvPr>
          <p:cNvPicPr>
            <a:picLocks noChangeAspect="1"/>
          </p:cNvPicPr>
          <p:nvPr userDrawn="1"/>
        </p:nvPicPr>
        <p:blipFill>
          <a:blip r:embed="rId2">
            <a:extLst>
              <a:ext uri="{28A0092B-C50C-407E-A947-70E740481C1C}">
                <a14:useLocalDpi xmlns:a14="http://schemas.microsoft.com/office/drawing/2010/main" val="0"/>
              </a:ext>
            </a:extLst>
          </a:blip>
          <a:srcRect l="26161" t="-118" r="18817" b="118"/>
          <a:stretch/>
        </p:blipFill>
        <p:spPr>
          <a:xfrm>
            <a:off x="6528390" y="0"/>
            <a:ext cx="5663610" cy="6858000"/>
          </a:xfrm>
          <a:prstGeom prst="rect">
            <a:avLst/>
          </a:prstGeom>
        </p:spPr>
      </p:pic>
      <p:pic>
        <p:nvPicPr>
          <p:cNvPr id="4" name="Picture 3">
            <a:extLst>
              <a:ext uri="{FF2B5EF4-FFF2-40B4-BE49-F238E27FC236}">
                <a16:creationId xmlns:a16="http://schemas.microsoft.com/office/drawing/2014/main" id="{D60A4229-1351-3FFE-81FC-8041CD7C210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482900" y="5100968"/>
            <a:ext cx="2360758" cy="1199265"/>
          </a:xfrm>
          <a:prstGeom prst="rect">
            <a:avLst/>
          </a:prstGeom>
        </p:spPr>
      </p:pic>
    </p:spTree>
    <p:extLst>
      <p:ext uri="{BB962C8B-B14F-4D97-AF65-F5344CB8AC3E}">
        <p14:creationId xmlns:p14="http://schemas.microsoft.com/office/powerpoint/2010/main" val="2814616556"/>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Business/Marketing - 4">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7" name="Picture 6" descr="A person and person looking at a computer&#10;&#10;Description automatically generated">
            <a:extLst>
              <a:ext uri="{FF2B5EF4-FFF2-40B4-BE49-F238E27FC236}">
                <a16:creationId xmlns:a16="http://schemas.microsoft.com/office/drawing/2014/main" id="{67CEBF45-943F-B807-5DB4-2E9C2442F67F}"/>
              </a:ext>
            </a:extLst>
          </p:cNvPr>
          <p:cNvPicPr>
            <a:picLocks noChangeAspect="1"/>
          </p:cNvPicPr>
          <p:nvPr userDrawn="1"/>
        </p:nvPicPr>
        <p:blipFill>
          <a:blip r:embed="rId2">
            <a:extLst>
              <a:ext uri="{28A0092B-C50C-407E-A947-70E740481C1C}">
                <a14:useLocalDpi xmlns:a14="http://schemas.microsoft.com/office/drawing/2010/main" val="0"/>
              </a:ext>
            </a:extLst>
          </a:blip>
          <a:srcRect l="27408" r="17522"/>
          <a:stretch/>
        </p:blipFill>
        <p:spPr>
          <a:xfrm>
            <a:off x="6528389" y="0"/>
            <a:ext cx="5663609" cy="6858000"/>
          </a:xfrm>
          <a:prstGeom prst="rect">
            <a:avLst/>
          </a:prstGeom>
        </p:spPr>
      </p:pic>
      <p:pic>
        <p:nvPicPr>
          <p:cNvPr id="4" name="Picture 3">
            <a:extLst>
              <a:ext uri="{FF2B5EF4-FFF2-40B4-BE49-F238E27FC236}">
                <a16:creationId xmlns:a16="http://schemas.microsoft.com/office/drawing/2014/main" id="{D60A4229-1351-3FFE-81FC-8041CD7C210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482900" y="5100968"/>
            <a:ext cx="2360758" cy="1199265"/>
          </a:xfrm>
          <a:prstGeom prst="rect">
            <a:avLst/>
          </a:prstGeom>
        </p:spPr>
      </p:pic>
    </p:spTree>
    <p:extLst>
      <p:ext uri="{BB962C8B-B14F-4D97-AF65-F5344CB8AC3E}">
        <p14:creationId xmlns:p14="http://schemas.microsoft.com/office/powerpoint/2010/main" val="23220345"/>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Business/Marketing - 5">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7" name="Picture 6" descr="A person and person looking at a computer&#10;&#10;Description automatically generated">
            <a:extLst>
              <a:ext uri="{FF2B5EF4-FFF2-40B4-BE49-F238E27FC236}">
                <a16:creationId xmlns:a16="http://schemas.microsoft.com/office/drawing/2014/main" id="{10FDA179-75B5-61CF-9CC0-8277D61F4031}"/>
              </a:ext>
            </a:extLst>
          </p:cNvPr>
          <p:cNvPicPr>
            <a:picLocks noChangeAspect="1"/>
          </p:cNvPicPr>
          <p:nvPr userDrawn="1"/>
        </p:nvPicPr>
        <p:blipFill>
          <a:blip r:embed="rId2">
            <a:extLst>
              <a:ext uri="{28A0092B-C50C-407E-A947-70E740481C1C}">
                <a14:useLocalDpi xmlns:a14="http://schemas.microsoft.com/office/drawing/2010/main" val="0"/>
              </a:ext>
            </a:extLst>
          </a:blip>
          <a:srcRect l="22465" r="22465"/>
          <a:stretch/>
        </p:blipFill>
        <p:spPr>
          <a:xfrm>
            <a:off x="6528390" y="0"/>
            <a:ext cx="5663610" cy="6858000"/>
          </a:xfrm>
          <a:prstGeom prst="rect">
            <a:avLst/>
          </a:prstGeom>
        </p:spPr>
      </p:pic>
      <p:pic>
        <p:nvPicPr>
          <p:cNvPr id="4" name="Picture 3">
            <a:extLst>
              <a:ext uri="{FF2B5EF4-FFF2-40B4-BE49-F238E27FC236}">
                <a16:creationId xmlns:a16="http://schemas.microsoft.com/office/drawing/2014/main" id="{D60A4229-1351-3FFE-81FC-8041CD7C210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482900" y="5100968"/>
            <a:ext cx="2360758" cy="1199265"/>
          </a:xfrm>
          <a:prstGeom prst="rect">
            <a:avLst/>
          </a:prstGeom>
        </p:spPr>
      </p:pic>
    </p:spTree>
    <p:extLst>
      <p:ext uri="{BB962C8B-B14F-4D97-AF65-F5344CB8AC3E}">
        <p14:creationId xmlns:p14="http://schemas.microsoft.com/office/powerpoint/2010/main" val="1793710519"/>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Blue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5900B100-2687-1806-91A0-1745BAAE233C}"/>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3"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3008113637"/>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Yellow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C85F22E-218E-4306-C170-579CCBF0BB8A}"/>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2549756122"/>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Red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6217865-0F45-7305-80EA-583FC42047A2}"/>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1624750333"/>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Purple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B0B8D50-2C63-2F2E-599F-E921BF1F757F}"/>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52754516"/>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Orange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BC7FB40-8E4C-9F3C-39E4-77F63BEB70F1}"/>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2174985879"/>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Green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4CAA40E-1785-77D1-B497-23C4B7D0F1D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300770208"/>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B/W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3CB853B-6666-2B54-6421-F982E0932E7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1"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5" name="Picture 4">
            <a:extLst>
              <a:ext uri="{FF2B5EF4-FFF2-40B4-BE49-F238E27FC236}">
                <a16:creationId xmlns:a16="http://schemas.microsoft.com/office/drawing/2014/main" id="{D526B79A-062B-09A4-399F-9A4F4ABCAA85}"/>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7"/>
            <a:ext cx="1972082" cy="650979"/>
          </a:xfrm>
          <a:prstGeom prst="rect">
            <a:avLst/>
          </a:prstGeom>
        </p:spPr>
      </p:pic>
    </p:spTree>
    <p:extLst>
      <p:ext uri="{BB962C8B-B14F-4D97-AF65-F5344CB8AC3E}">
        <p14:creationId xmlns:p14="http://schemas.microsoft.com/office/powerpoint/2010/main" val="3044249721"/>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Yellow_text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13" name="Text Placeholder 6">
            <a:extLst>
              <a:ext uri="{FF2B5EF4-FFF2-40B4-BE49-F238E27FC236}">
                <a16:creationId xmlns:a16="http://schemas.microsoft.com/office/drawing/2014/main" id="{68E43A38-C814-1ECB-B0C2-350BCC4A5CC1}"/>
              </a:ext>
            </a:extLst>
          </p:cNvPr>
          <p:cNvSpPr>
            <a:spLocks noGrp="1"/>
          </p:cNvSpPr>
          <p:nvPr>
            <p:ph type="body" sz="quarter" idx="15"/>
          </p:nvPr>
        </p:nvSpPr>
        <p:spPr>
          <a:xfrm>
            <a:off x="61081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2E2A2D6B-ABC5-BCE1-3725-0A105BCE6E1E}"/>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358397691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lue_text+im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CB52ED4D-1FD8-8A85-D9F2-130947E58313}"/>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3" name="Text Placeholder 6">
            <a:extLst>
              <a:ext uri="{FF2B5EF4-FFF2-40B4-BE49-F238E27FC236}">
                <a16:creationId xmlns:a16="http://schemas.microsoft.com/office/drawing/2014/main" id="{EA2B2ADB-E9C2-46B9-217D-95C46BD1C9B0}"/>
              </a:ext>
            </a:extLst>
          </p:cNvPr>
          <p:cNvSpPr>
            <a:spLocks noGrp="1"/>
          </p:cNvSpPr>
          <p:nvPr>
            <p:ph type="body" sz="quarter" idx="13"/>
          </p:nvPr>
        </p:nvSpPr>
        <p:spPr>
          <a:xfrm>
            <a:off x="443922" y="1733108"/>
            <a:ext cx="5744228" cy="4348715"/>
          </a:xfrm>
          <a:prstGeom prst="rect">
            <a:avLst/>
          </a:prstGeom>
        </p:spPr>
        <p:txBody>
          <a:bodyPr>
            <a:noAutofit/>
          </a:bodyPr>
          <a:lstStyle>
            <a:lvl1pPr marL="0" indent="0">
              <a:lnSpc>
                <a:spcPct val="100000"/>
              </a:lnSpc>
              <a:buNone/>
              <a:defRPr sz="1800"/>
            </a:lvl1pPr>
          </a:lstStyle>
          <a:p>
            <a:pPr lvl="0"/>
            <a:endParaRPr lang="en-US" dirty="0"/>
          </a:p>
        </p:txBody>
      </p:sp>
      <p:sp>
        <p:nvSpPr>
          <p:cNvPr id="13" name="Content Placeholder 5">
            <a:extLst>
              <a:ext uri="{FF2B5EF4-FFF2-40B4-BE49-F238E27FC236}">
                <a16:creationId xmlns:a16="http://schemas.microsoft.com/office/drawing/2014/main" id="{FC2D1BDC-8F98-CD0B-F342-F69276C053CA}"/>
              </a:ext>
            </a:extLst>
          </p:cNvPr>
          <p:cNvSpPr>
            <a:spLocks noGrp="1"/>
          </p:cNvSpPr>
          <p:nvPr>
            <p:ph sz="quarter" idx="4"/>
          </p:nvPr>
        </p:nvSpPr>
        <p:spPr>
          <a:xfrm>
            <a:off x="6659426" y="1733108"/>
            <a:ext cx="5532574" cy="4348715"/>
          </a:xfrm>
          <a:prstGeom prst="rect">
            <a:avLst/>
          </a:prstGeom>
        </p:spPr>
        <p:txBody>
          <a:bodyPr/>
          <a:lstStyle>
            <a:lvl1pPr>
              <a:defRPr>
                <a:noFill/>
              </a:defRPr>
            </a:lvl1pPr>
          </a:lstStyle>
          <a:p>
            <a:pPr lvl="0"/>
            <a:endParaRPr lang="en-US" dirty="0"/>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1D2F0620-6E87-D078-F005-280481B46EF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178523078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lue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8" name="Picture 7">
            <a:extLst>
              <a:ext uri="{FF2B5EF4-FFF2-40B4-BE49-F238E27FC236}">
                <a16:creationId xmlns:a16="http://schemas.microsoft.com/office/drawing/2014/main" id="{95D8961C-132F-4F5B-9513-3BEEB7EC740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pic>
        <p:nvPicPr>
          <p:cNvPr id="4" name="Picture 3">
            <a:extLst>
              <a:ext uri="{FF2B5EF4-FFF2-40B4-BE49-F238E27FC236}">
                <a16:creationId xmlns:a16="http://schemas.microsoft.com/office/drawing/2014/main" id="{AB2C07A9-8BAB-F929-717A-24BD0BCB0D31}"/>
              </a:ext>
              <a:ext uri="{C183D7F6-B498-43B3-948B-1728B52AA6E4}">
                <adec:decorative xmlns:adec="http://schemas.microsoft.com/office/drawing/2017/decorative" val="1"/>
              </a:ext>
            </a:extLst>
          </p:cNvPr>
          <p:cNvPicPr>
            <a:picLocks noChangeAspect="1"/>
          </p:cNvPicPr>
          <p:nvPr userDrawn="1"/>
        </p:nvPicPr>
        <p:blipFill>
          <a:blip r:embed="rId3"/>
          <a:srcRect r="11695"/>
          <a:stretch/>
        </p:blipFill>
        <p:spPr>
          <a:xfrm>
            <a:off x="8961679" y="1733108"/>
            <a:ext cx="3230321" cy="4061405"/>
          </a:xfrm>
          <a:prstGeom prst="rect">
            <a:avLst/>
          </a:prstGeom>
        </p:spPr>
      </p:pic>
    </p:spTree>
    <p:extLst>
      <p:ext uri="{BB962C8B-B14F-4D97-AF65-F5344CB8AC3E}">
        <p14:creationId xmlns:p14="http://schemas.microsoft.com/office/powerpoint/2010/main" val="223807202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lue_text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13" name="Text Placeholder 6">
            <a:extLst>
              <a:ext uri="{FF2B5EF4-FFF2-40B4-BE49-F238E27FC236}">
                <a16:creationId xmlns:a16="http://schemas.microsoft.com/office/drawing/2014/main" id="{68E43A38-C814-1ECB-B0C2-350BCC4A5CC1}"/>
              </a:ext>
            </a:extLst>
          </p:cNvPr>
          <p:cNvSpPr>
            <a:spLocks noGrp="1"/>
          </p:cNvSpPr>
          <p:nvPr>
            <p:ph type="body" sz="quarter" idx="15"/>
          </p:nvPr>
        </p:nvSpPr>
        <p:spPr>
          <a:xfrm>
            <a:off x="61081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FB3C30AB-4BD7-1BEE-D547-04278C77F57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315109111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Blue_image+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Content Placeholder 5">
            <a:extLst>
              <a:ext uri="{FF2B5EF4-FFF2-40B4-BE49-F238E27FC236}">
                <a16:creationId xmlns:a16="http://schemas.microsoft.com/office/drawing/2014/main" id="{DA4A0AF7-E60F-D26C-223A-64972B70308F}"/>
              </a:ext>
            </a:extLst>
          </p:cNvPr>
          <p:cNvSpPr>
            <a:spLocks noGrp="1"/>
          </p:cNvSpPr>
          <p:nvPr>
            <p:ph sz="quarter" idx="4"/>
          </p:nvPr>
        </p:nvSpPr>
        <p:spPr>
          <a:xfrm>
            <a:off x="443922" y="1788393"/>
            <a:ext cx="8062124" cy="4238146"/>
          </a:xfrm>
          <a:prstGeom prst="rect">
            <a:avLst/>
          </a:prstGeom>
        </p:spPr>
        <p:txBody>
          <a:bodyPr/>
          <a:lstStyle>
            <a:lvl1pPr>
              <a:defRPr>
                <a:noFill/>
              </a:defRPr>
            </a:lvl1pPr>
          </a:lstStyle>
          <a:p>
            <a:pPr lvl="0"/>
            <a:endParaRPr lang="en-US" dirty="0"/>
          </a:p>
        </p:txBody>
      </p:sp>
      <p:sp>
        <p:nvSpPr>
          <p:cNvPr id="7" name="Text Placeholder 6">
            <a:extLst>
              <a:ext uri="{FF2B5EF4-FFF2-40B4-BE49-F238E27FC236}">
                <a16:creationId xmlns:a16="http://schemas.microsoft.com/office/drawing/2014/main" id="{E784AA55-C870-2115-4570-2D8A771D8E82}"/>
              </a:ext>
            </a:extLst>
          </p:cNvPr>
          <p:cNvSpPr>
            <a:spLocks noGrp="1"/>
          </p:cNvSpPr>
          <p:nvPr>
            <p:ph type="body" sz="quarter" idx="14"/>
          </p:nvPr>
        </p:nvSpPr>
        <p:spPr>
          <a:xfrm>
            <a:off x="8506047" y="3514506"/>
            <a:ext cx="3685953" cy="785919"/>
          </a:xfrm>
          <a:prstGeom prst="rect">
            <a:avLst/>
          </a:prstGeom>
          <a:solidFill>
            <a:srgbClr val="5F5F5F"/>
          </a:solidFill>
        </p:spPr>
        <p:txBody>
          <a:bodyPr lIns="288000" tIns="251999" rIns="288000" bIns="251999" anchor="ctr">
            <a:spAutoFit/>
          </a:bodyPr>
          <a:lstStyle>
            <a:lvl1pPr marL="0" indent="0">
              <a:lnSpc>
                <a:spcPct val="100000"/>
              </a:lnSpc>
              <a:buNone/>
              <a:defRPr sz="1800">
                <a:solidFill>
                  <a:schemeClr val="bg1"/>
                </a:solid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33E9731A-D775-7881-2ADE-9A501C24649A}"/>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267042205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lue_icons+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B4F93977-4867-A718-5684-B7AE0372295F}"/>
              </a:ext>
              <a:ext uri="{C183D7F6-B498-43B3-948B-1728B52AA6E4}">
                <adec:decorative xmlns:adec="http://schemas.microsoft.com/office/drawing/2017/decorative" val="1"/>
              </a:ext>
            </a:extLst>
          </p:cNvPr>
          <p:cNvSpPr/>
          <p:nvPr userDrawn="1"/>
        </p:nvSpPr>
        <p:spPr>
          <a:xfrm>
            <a:off x="0" y="1892300"/>
            <a:ext cx="12192000" cy="381000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5" name="Content Placeholder 5">
            <a:extLst>
              <a:ext uri="{FF2B5EF4-FFF2-40B4-BE49-F238E27FC236}">
                <a16:creationId xmlns:a16="http://schemas.microsoft.com/office/drawing/2014/main" id="{C8650218-E8C4-B267-B89C-CD94E6AC1DF7}"/>
              </a:ext>
            </a:extLst>
          </p:cNvPr>
          <p:cNvSpPr>
            <a:spLocks noGrp="1"/>
          </p:cNvSpPr>
          <p:nvPr>
            <p:ph sz="quarter" idx="4"/>
          </p:nvPr>
        </p:nvSpPr>
        <p:spPr>
          <a:xfrm>
            <a:off x="698499" y="2336800"/>
            <a:ext cx="927102" cy="838201"/>
          </a:xfrm>
          <a:prstGeom prst="rect">
            <a:avLst/>
          </a:prstGeom>
        </p:spPr>
        <p:txBody>
          <a:bodyPr/>
          <a:lstStyle>
            <a:lvl1pPr>
              <a:defRPr>
                <a:noFill/>
              </a:defRPr>
            </a:lvl1pPr>
          </a:lstStyle>
          <a:p>
            <a:pPr lvl="0"/>
            <a:endParaRPr lang="en-US" dirty="0"/>
          </a:p>
        </p:txBody>
      </p:sp>
      <p:sp>
        <p:nvSpPr>
          <p:cNvPr id="12" name="Text Placeholder 6">
            <a:extLst>
              <a:ext uri="{FF2B5EF4-FFF2-40B4-BE49-F238E27FC236}">
                <a16:creationId xmlns:a16="http://schemas.microsoft.com/office/drawing/2014/main" id="{2BFAE9F9-5429-CFF8-597C-34C1D92EB77C}"/>
              </a:ext>
            </a:extLst>
          </p:cNvPr>
          <p:cNvSpPr>
            <a:spLocks noGrp="1"/>
          </p:cNvSpPr>
          <p:nvPr>
            <p:ph type="body" sz="quarter" idx="14"/>
          </p:nvPr>
        </p:nvSpPr>
        <p:spPr>
          <a:xfrm>
            <a:off x="6984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3" name="Content Placeholder 5">
            <a:extLst>
              <a:ext uri="{FF2B5EF4-FFF2-40B4-BE49-F238E27FC236}">
                <a16:creationId xmlns:a16="http://schemas.microsoft.com/office/drawing/2014/main" id="{2ECB421E-ABC7-A07A-7FBD-08786784AF10}"/>
              </a:ext>
            </a:extLst>
          </p:cNvPr>
          <p:cNvSpPr>
            <a:spLocks noGrp="1"/>
          </p:cNvSpPr>
          <p:nvPr>
            <p:ph sz="quarter" idx="16"/>
          </p:nvPr>
        </p:nvSpPr>
        <p:spPr>
          <a:xfrm>
            <a:off x="4432299" y="2336800"/>
            <a:ext cx="927102" cy="838201"/>
          </a:xfrm>
          <a:prstGeom prst="rect">
            <a:avLst/>
          </a:prstGeom>
        </p:spPr>
        <p:txBody>
          <a:bodyPr/>
          <a:lstStyle>
            <a:lvl1pPr>
              <a:defRPr>
                <a:noFill/>
              </a:defRPr>
            </a:lvl1pPr>
          </a:lstStyle>
          <a:p>
            <a:pPr lvl="0"/>
            <a:endParaRPr lang="en-US" dirty="0"/>
          </a:p>
        </p:txBody>
      </p:sp>
      <p:sp>
        <p:nvSpPr>
          <p:cNvPr id="22" name="Text Placeholder 6">
            <a:extLst>
              <a:ext uri="{FF2B5EF4-FFF2-40B4-BE49-F238E27FC236}">
                <a16:creationId xmlns:a16="http://schemas.microsoft.com/office/drawing/2014/main" id="{C9428658-31AB-5478-AB9C-2332ED08CF85}"/>
              </a:ext>
            </a:extLst>
          </p:cNvPr>
          <p:cNvSpPr>
            <a:spLocks noGrp="1"/>
          </p:cNvSpPr>
          <p:nvPr>
            <p:ph type="body" sz="quarter" idx="15"/>
          </p:nvPr>
        </p:nvSpPr>
        <p:spPr>
          <a:xfrm>
            <a:off x="44322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5" name="Content Placeholder 5">
            <a:extLst>
              <a:ext uri="{FF2B5EF4-FFF2-40B4-BE49-F238E27FC236}">
                <a16:creationId xmlns:a16="http://schemas.microsoft.com/office/drawing/2014/main" id="{58E79EAA-5AB5-1EC9-B4AE-C198BEE38B2F}"/>
              </a:ext>
            </a:extLst>
          </p:cNvPr>
          <p:cNvSpPr>
            <a:spLocks noGrp="1"/>
          </p:cNvSpPr>
          <p:nvPr>
            <p:ph sz="quarter" idx="18"/>
          </p:nvPr>
        </p:nvSpPr>
        <p:spPr>
          <a:xfrm>
            <a:off x="8178799" y="2336800"/>
            <a:ext cx="927102" cy="838201"/>
          </a:xfrm>
          <a:prstGeom prst="rect">
            <a:avLst/>
          </a:prstGeom>
        </p:spPr>
        <p:txBody>
          <a:bodyPr/>
          <a:lstStyle>
            <a:lvl1pPr>
              <a:defRPr>
                <a:noFill/>
              </a:defRPr>
            </a:lvl1pPr>
          </a:lstStyle>
          <a:p>
            <a:pPr lvl="0"/>
            <a:endParaRPr lang="en-US" dirty="0"/>
          </a:p>
        </p:txBody>
      </p:sp>
      <p:sp>
        <p:nvSpPr>
          <p:cNvPr id="24" name="Text Placeholder 6">
            <a:extLst>
              <a:ext uri="{FF2B5EF4-FFF2-40B4-BE49-F238E27FC236}">
                <a16:creationId xmlns:a16="http://schemas.microsoft.com/office/drawing/2014/main" id="{CE4CF326-14CF-E04A-03AF-3867D47E3BBA}"/>
              </a:ext>
            </a:extLst>
          </p:cNvPr>
          <p:cNvSpPr>
            <a:spLocks noGrp="1"/>
          </p:cNvSpPr>
          <p:nvPr>
            <p:ph type="body" sz="quarter" idx="17"/>
          </p:nvPr>
        </p:nvSpPr>
        <p:spPr>
          <a:xfrm>
            <a:off x="81787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D2A10433-18F2-F019-2A4C-866AA14AE49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278516159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lue_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6">
            <a:extLst>
              <a:ext uri="{FF2B5EF4-FFF2-40B4-BE49-F238E27FC236}">
                <a16:creationId xmlns:a16="http://schemas.microsoft.com/office/drawing/2014/main" id="{F7391170-BBCB-B41E-7EF3-11552AE09343}"/>
              </a:ext>
            </a:extLst>
          </p:cNvPr>
          <p:cNvSpPr>
            <a:spLocks noGrp="1"/>
          </p:cNvSpPr>
          <p:nvPr>
            <p:ph type="body" sz="quarter" idx="13"/>
          </p:nvPr>
        </p:nvSpPr>
        <p:spPr>
          <a:xfrm>
            <a:off x="952500" y="1130300"/>
            <a:ext cx="6756400" cy="2832100"/>
          </a:xfrm>
          <a:prstGeom prst="rect">
            <a:avLst/>
          </a:prstGeom>
        </p:spPr>
        <p:txBody>
          <a:bodyPr>
            <a:noAutofit/>
          </a:bodyPr>
          <a:lstStyle>
            <a:lvl1pPr marL="0" indent="0">
              <a:lnSpc>
                <a:spcPct val="100000"/>
              </a:lnSpc>
              <a:buNone/>
              <a:defRPr sz="2400" b="0"/>
            </a:lvl1pPr>
          </a:lstStyle>
          <a:p>
            <a:pPr lvl="0"/>
            <a:endParaRPr lang="en-US" dirty="0"/>
          </a:p>
        </p:txBody>
      </p:sp>
      <p:sp>
        <p:nvSpPr>
          <p:cNvPr id="11" name="Text Placeholder 6">
            <a:extLst>
              <a:ext uri="{FF2B5EF4-FFF2-40B4-BE49-F238E27FC236}">
                <a16:creationId xmlns:a16="http://schemas.microsoft.com/office/drawing/2014/main" id="{CC7E116B-D2FE-8029-F102-28482CED59B0}"/>
              </a:ext>
            </a:extLst>
          </p:cNvPr>
          <p:cNvSpPr>
            <a:spLocks noGrp="1"/>
          </p:cNvSpPr>
          <p:nvPr>
            <p:ph type="body" sz="quarter" idx="14" hasCustomPrompt="1"/>
          </p:nvPr>
        </p:nvSpPr>
        <p:spPr>
          <a:xfrm>
            <a:off x="952500" y="4759618"/>
            <a:ext cx="4686300" cy="622300"/>
          </a:xfrm>
          <a:prstGeom prst="rect">
            <a:avLst/>
          </a:prstGeom>
        </p:spPr>
        <p:txBody>
          <a:bodyPr anchor="ctr">
            <a:noAutofit/>
          </a:bodyPr>
          <a:lstStyle>
            <a:lvl1pPr marL="0" indent="0">
              <a:lnSpc>
                <a:spcPct val="100000"/>
              </a:lnSpc>
              <a:buNone/>
              <a:defRPr sz="1800" b="0" i="1">
                <a:latin typeface="+mn-lt"/>
              </a:defRPr>
            </a:lvl1pPr>
          </a:lstStyle>
          <a:p>
            <a:pPr lvl="0"/>
            <a:r>
              <a:rPr lang="en-US" dirty="0"/>
              <a:t>Click to add the author’s name</a:t>
            </a:r>
          </a:p>
        </p:txBody>
      </p:sp>
      <p:pic>
        <p:nvPicPr>
          <p:cNvPr id="8" name="Picture 7">
            <a:extLst>
              <a:ext uri="{FF2B5EF4-FFF2-40B4-BE49-F238E27FC236}">
                <a16:creationId xmlns:a16="http://schemas.microsoft.com/office/drawing/2014/main" id="{5C022282-7C40-5A57-692E-44D409C5BFA4}"/>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4629819"/>
            <a:ext cx="6134100" cy="881899"/>
          </a:xfrm>
          <a:prstGeom prst="rect">
            <a:avLst/>
          </a:prstGeom>
        </p:spPr>
      </p:pic>
      <p:pic>
        <p:nvPicPr>
          <p:cNvPr id="12" name="Picture 11">
            <a:extLst>
              <a:ext uri="{FF2B5EF4-FFF2-40B4-BE49-F238E27FC236}">
                <a16:creationId xmlns:a16="http://schemas.microsoft.com/office/drawing/2014/main" id="{2BCAA29C-63B0-9448-5C14-96920038F1B5}"/>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519112" y="613607"/>
            <a:ext cx="7772400" cy="3819361"/>
          </a:xfrm>
          <a:prstGeom prst="rect">
            <a:avLst/>
          </a:prstGeom>
        </p:spPr>
      </p:pic>
      <p:pic>
        <p:nvPicPr>
          <p:cNvPr id="3" name="Picture 2">
            <a:extLst>
              <a:ext uri="{FF2B5EF4-FFF2-40B4-BE49-F238E27FC236}">
                <a16:creationId xmlns:a16="http://schemas.microsoft.com/office/drawing/2014/main" id="{022344C5-2C6A-6968-FC4F-D7A4F001B0B7}"/>
              </a:ext>
              <a:ext uri="{C183D7F6-B498-43B3-948B-1728B52AA6E4}">
                <adec:decorative xmlns:adec="http://schemas.microsoft.com/office/drawing/2017/decorative" val="1"/>
              </a:ext>
            </a:extLst>
          </p:cNvPr>
          <p:cNvPicPr>
            <a:picLocks noChangeAspect="1"/>
          </p:cNvPicPr>
          <p:nvPr userDrawn="1"/>
        </p:nvPicPr>
        <p:blipFill>
          <a:blip r:embed="rId5">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195852089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lue_highligh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76029AD-1D32-685F-3152-0516E45BE45D}"/>
              </a:ext>
            </a:extLst>
          </p:cNvPr>
          <p:cNvSpPr>
            <a:spLocks noGrp="1"/>
          </p:cNvSpPr>
          <p:nvPr>
            <p:ph type="body" sz="quarter" idx="13"/>
          </p:nvPr>
        </p:nvSpPr>
        <p:spPr>
          <a:xfrm>
            <a:off x="443921" y="1297173"/>
            <a:ext cx="6683265" cy="2131828"/>
          </a:xfrm>
          <a:prstGeom prst="rect">
            <a:avLst/>
          </a:prstGeom>
        </p:spPr>
        <p:txBody>
          <a:bodyPr>
            <a:noAutofit/>
          </a:bodyPr>
          <a:lstStyle>
            <a:lvl1pPr marL="0" indent="0">
              <a:lnSpc>
                <a:spcPct val="100000"/>
              </a:lnSpc>
              <a:buNone/>
              <a:defRPr sz="3600" b="1"/>
            </a:lvl1pPr>
          </a:lstStyle>
          <a:p>
            <a:pPr lvl="0"/>
            <a:endParaRPr lang="en-US" dirty="0"/>
          </a:p>
        </p:txBody>
      </p:sp>
      <p:pic>
        <p:nvPicPr>
          <p:cNvPr id="3" name="Picture 2">
            <a:extLst>
              <a:ext uri="{FF2B5EF4-FFF2-40B4-BE49-F238E27FC236}">
                <a16:creationId xmlns:a16="http://schemas.microsoft.com/office/drawing/2014/main" id="{F4AB0FA7-2EA8-46CD-3DD8-9A8AB864529F}"/>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391081213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Blue_la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D92BA1-52B2-AA53-5B3D-C6CCD294C7CB}"/>
              </a:ext>
            </a:extLst>
          </p:cNvPr>
          <p:cNvSpPr>
            <a:spLocks noGrp="1"/>
          </p:cNvSpPr>
          <p:nvPr>
            <p:ph type="ctrTitle"/>
          </p:nvPr>
        </p:nvSpPr>
        <p:spPr>
          <a:xfrm>
            <a:off x="443921" y="500194"/>
            <a:ext cx="6679721"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B4D0FF90-1989-0773-3311-86B459E9F2EA}"/>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buNone/>
              <a:defRPr sz="1800"/>
            </a:lvl1pPr>
          </a:lstStyle>
          <a:p>
            <a:pPr lvl="0"/>
            <a:endParaRPr lang="en-US" dirty="0"/>
          </a:p>
        </p:txBody>
      </p:sp>
      <p:pic>
        <p:nvPicPr>
          <p:cNvPr id="3" name="Picture 2">
            <a:extLst>
              <a:ext uri="{FF2B5EF4-FFF2-40B4-BE49-F238E27FC236}">
                <a16:creationId xmlns:a16="http://schemas.microsoft.com/office/drawing/2014/main" id="{696AA4DE-F380-3C2D-4A19-3FFC6A6A4971}"/>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338985427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Blue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 uri="{C183D7F6-B498-43B3-948B-1728B52AA6E4}">
                <adec:decorative xmlns:adec="http://schemas.microsoft.com/office/drawing/2017/decorative" val="0"/>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E39219E7-A5DF-DCFC-ECD4-D3B7C588338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47225133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Blue_break_fin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DCAF6C-3019-6F70-2286-C5792C4363E8}"/>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 Placeholder 6">
            <a:extLst>
              <a:ext uri="{FF2B5EF4-FFF2-40B4-BE49-F238E27FC236}">
                <a16:creationId xmlns:a16="http://schemas.microsoft.com/office/drawing/2014/main" id="{830D3FB5-8605-FDB1-1ABD-F61723E1CA2F}"/>
              </a:ext>
            </a:extLst>
          </p:cNvPr>
          <p:cNvSpPr>
            <a:spLocks noGrp="1"/>
          </p:cNvSpPr>
          <p:nvPr>
            <p:ph type="body" sz="quarter" idx="13"/>
          </p:nvPr>
        </p:nvSpPr>
        <p:spPr>
          <a:xfrm>
            <a:off x="1201479" y="1711845"/>
            <a:ext cx="5819073" cy="691114"/>
          </a:xfrm>
          <a:prstGeom prst="rect">
            <a:avLst/>
          </a:prstGeom>
        </p:spPr>
        <p:txBody>
          <a:bodyPr anchor="ctr">
            <a:noAutofit/>
          </a:bodyPr>
          <a:lstStyle>
            <a:lvl1pPr marL="0" indent="0">
              <a:lnSpc>
                <a:spcPct val="100000"/>
              </a:lnSpc>
              <a:buNone/>
              <a:defRPr sz="4400"/>
            </a:lvl1pPr>
          </a:lstStyle>
          <a:p>
            <a:pPr lvl="0"/>
            <a:endParaRPr lang="en-US" dirty="0"/>
          </a:p>
        </p:txBody>
      </p:sp>
      <p:sp>
        <p:nvSpPr>
          <p:cNvPr id="10" name="Text Placeholder 6">
            <a:extLst>
              <a:ext uri="{FF2B5EF4-FFF2-40B4-BE49-F238E27FC236}">
                <a16:creationId xmlns:a16="http://schemas.microsoft.com/office/drawing/2014/main" id="{D60CAB47-BCE7-4DDF-B78D-31A001A2F500}"/>
              </a:ext>
            </a:extLst>
          </p:cNvPr>
          <p:cNvSpPr>
            <a:spLocks noGrp="1"/>
          </p:cNvSpPr>
          <p:nvPr>
            <p:ph type="body" sz="quarter" idx="14"/>
          </p:nvPr>
        </p:nvSpPr>
        <p:spPr>
          <a:xfrm>
            <a:off x="1201479" y="2445487"/>
            <a:ext cx="7166344" cy="855189"/>
          </a:xfrm>
          <a:prstGeom prst="rect">
            <a:avLst/>
          </a:prstGeom>
        </p:spPr>
        <p:txBody>
          <a:bodyPr anchor="ctr">
            <a:noAutofit/>
          </a:bodyPr>
          <a:lstStyle>
            <a:lvl1pPr marL="0" indent="0">
              <a:lnSpc>
                <a:spcPct val="100000"/>
              </a:lnSpc>
              <a:buNone/>
              <a:defRPr sz="7200" b="1"/>
            </a:lvl1pPr>
          </a:lstStyle>
          <a:p>
            <a:pPr lvl="0"/>
            <a:endParaRPr lang="en-US" dirty="0"/>
          </a:p>
        </p:txBody>
      </p:sp>
      <p:pic>
        <p:nvPicPr>
          <p:cNvPr id="5" name="Picture 4">
            <a:extLst>
              <a:ext uri="{FF2B5EF4-FFF2-40B4-BE49-F238E27FC236}">
                <a16:creationId xmlns:a16="http://schemas.microsoft.com/office/drawing/2014/main" id="{C8E707AA-EFC2-FC0D-980D-5A04483F54CB}"/>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84440488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3.xml"/><Relationship Id="rId3" Type="http://schemas.openxmlformats.org/officeDocument/2006/relationships/slideLayout" Target="../slideLayouts/slideLayout8.xml"/><Relationship Id="rId7" Type="http://schemas.openxmlformats.org/officeDocument/2006/relationships/slideLayout" Target="../slideLayouts/slideLayout12.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5" Type="http://schemas.openxmlformats.org/officeDocument/2006/relationships/slideLayout" Target="../slideLayouts/slideLayout10.xml"/><Relationship Id="rId4" Type="http://schemas.openxmlformats.org/officeDocument/2006/relationships/slideLayout" Target="../slideLayouts/slideLayout9.xml"/><Relationship Id="rId9"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image" Target="../media/image24.png"/><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theme" Target="../theme/theme3.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2371936"/>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945" r:id="rId3"/>
    <p:sldLayoutId id="2147483946" r:id="rId4"/>
    <p:sldLayoutId id="2147483947" r:id="rId5"/>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97" userDrawn="1">
          <p15:clr>
            <a:srgbClr val="F26B43"/>
          </p15:clr>
        </p15:guide>
        <p15:guide id="9" pos="325" userDrawn="1">
          <p15:clr>
            <a:srgbClr val="F26B43"/>
          </p15:clr>
        </p15:guide>
        <p15:guide id="10" orient="horz" pos="2478" userDrawn="1">
          <p15:clr>
            <a:srgbClr val="F26B43"/>
          </p15:clr>
        </p15:guide>
        <p15:guide id="11" orient="horz" pos="3249"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87850972"/>
      </p:ext>
    </p:extLst>
  </p:cSld>
  <p:clrMap bg1="lt1" tx1="dk1" bg2="lt2" tx2="dk2" accent1="accent1" accent2="accent2" accent3="accent3" accent4="accent4" accent5="accent5" accent6="accent6" hlink="hlink" folHlink="folHlink"/>
  <p:sldLayoutIdLst>
    <p:sldLayoutId id="2147483811" r:id="rId1"/>
    <p:sldLayoutId id="2147483812" r:id="rId2"/>
    <p:sldLayoutId id="2147483813" r:id="rId3"/>
    <p:sldLayoutId id="2147483814" r:id="rId4"/>
    <p:sldLayoutId id="2147483815" r:id="rId5"/>
    <p:sldLayoutId id="2147483816" r:id="rId6"/>
    <p:sldLayoutId id="2147483817" r:id="rId7"/>
    <p:sldLayoutId id="2147483956" r:id="rId8"/>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97"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F334A430-5193-9483-EEDE-569F4A32A8C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2217866481"/>
      </p:ext>
    </p:extLst>
  </p:cSld>
  <p:clrMap bg1="lt1" tx1="dk1" bg2="lt2" tx2="dk2" accent1="accent1" accent2="accent2" accent3="accent3" accent4="accent4" accent5="accent5" accent6="accent6" hlink="hlink" folHlink="folHlink"/>
  <p:sldLayoutIdLst>
    <p:sldLayoutId id="2147483777" r:id="rId1"/>
    <p:sldLayoutId id="2147483797" r:id="rId2"/>
    <p:sldLayoutId id="2147483780" r:id="rId3"/>
    <p:sldLayoutId id="2147483781" r:id="rId4"/>
    <p:sldLayoutId id="2147483798" r:id="rId5"/>
    <p:sldLayoutId id="2147483872" r:id="rId6"/>
    <p:sldLayoutId id="2147483786" r:id="rId7"/>
    <p:sldLayoutId id="2147483788" r:id="rId8"/>
    <p:sldLayoutId id="2147483873" r:id="rId9"/>
    <p:sldLayoutId id="2147483796" r:id="rId10"/>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74"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xml"/><Relationship Id="rId1" Type="http://schemas.openxmlformats.org/officeDocument/2006/relationships/slideLayout" Target="../slideLayouts/slideLayout18.xml"/><Relationship Id="rId5" Type="http://schemas.openxmlformats.org/officeDocument/2006/relationships/image" Target="../media/image34.png"/><Relationship Id="rId4" Type="http://schemas.openxmlformats.org/officeDocument/2006/relationships/image" Target="../media/image3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2.xml"/></Relationships>
</file>

<file path=ppt/slides/_rels/slide6.xml.rels><?xml version="1.0" encoding="UTF-8" standalone="yes"?>
<Relationships xmlns="http://schemas.openxmlformats.org/package/2006/relationships"><Relationship Id="rId3" Type="http://schemas.openxmlformats.org/officeDocument/2006/relationships/image" Target="../media/image35.svg"/><Relationship Id="rId2" Type="http://schemas.openxmlformats.org/officeDocument/2006/relationships/notesSlide" Target="../notesSlides/notesSlide6.xml"/><Relationship Id="rId1" Type="http://schemas.openxmlformats.org/officeDocument/2006/relationships/slideLayout" Target="../slideLayouts/slideLayout14.xml"/><Relationship Id="rId4" Type="http://schemas.openxmlformats.org/officeDocument/2006/relationships/image" Target="../media/image36.sv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B10A2E5-A3AA-7BE3-7C87-983A58C15C46}"/>
              </a:ext>
            </a:extLst>
          </p:cNvPr>
          <p:cNvSpPr>
            <a:spLocks noGrp="1"/>
          </p:cNvSpPr>
          <p:nvPr>
            <p:ph type="ctrTitle"/>
          </p:nvPr>
        </p:nvSpPr>
        <p:spPr/>
        <p:txBody>
          <a:bodyPr/>
          <a:lstStyle/>
          <a:p>
            <a:r>
              <a:rPr lang="en-US" dirty="0"/>
              <a:t>Static fields and methods</a:t>
            </a:r>
          </a:p>
        </p:txBody>
      </p:sp>
      <p:sp>
        <p:nvSpPr>
          <p:cNvPr id="3" name="Subtitle 2">
            <a:extLst>
              <a:ext uri="{FF2B5EF4-FFF2-40B4-BE49-F238E27FC236}">
                <a16:creationId xmlns:a16="http://schemas.microsoft.com/office/drawing/2014/main" id="{25935069-C070-AD43-992E-C582FC848AC8}"/>
              </a:ext>
            </a:extLst>
          </p:cNvPr>
          <p:cNvSpPr>
            <a:spLocks noGrp="1"/>
          </p:cNvSpPr>
          <p:nvPr>
            <p:ph type="subTitle" idx="1"/>
          </p:nvPr>
        </p:nvSpPr>
        <p:spPr/>
        <p:txBody>
          <a:bodyPr/>
          <a:lstStyle/>
          <a:p>
            <a:endParaRPr lang="en-GB" dirty="0"/>
          </a:p>
        </p:txBody>
      </p:sp>
    </p:spTree>
    <p:extLst>
      <p:ext uri="{BB962C8B-B14F-4D97-AF65-F5344CB8AC3E}">
        <p14:creationId xmlns:p14="http://schemas.microsoft.com/office/powerpoint/2010/main" val="10039322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9DC59C-4EC7-D0BE-F26F-2E8CA48A55C4}"/>
              </a:ext>
            </a:extLst>
          </p:cNvPr>
          <p:cNvSpPr>
            <a:spLocks noGrp="1"/>
          </p:cNvSpPr>
          <p:nvPr>
            <p:ph type="ctrTitle"/>
          </p:nvPr>
        </p:nvSpPr>
        <p:spPr/>
        <p:txBody>
          <a:bodyPr/>
          <a:lstStyle/>
          <a:p>
            <a:r>
              <a:rPr lang="en-GB" dirty="0"/>
              <a:t>Contents</a:t>
            </a:r>
          </a:p>
        </p:txBody>
      </p:sp>
      <p:sp>
        <p:nvSpPr>
          <p:cNvPr id="3" name="Text Placeholder 2">
            <a:extLst>
              <a:ext uri="{FF2B5EF4-FFF2-40B4-BE49-F238E27FC236}">
                <a16:creationId xmlns:a16="http://schemas.microsoft.com/office/drawing/2014/main" id="{8F554285-ADE2-F7AC-2C27-9697927EBC86}"/>
              </a:ext>
            </a:extLst>
          </p:cNvPr>
          <p:cNvSpPr>
            <a:spLocks noGrp="1"/>
          </p:cNvSpPr>
          <p:nvPr>
            <p:ph type="body" sz="quarter" idx="14"/>
          </p:nvPr>
        </p:nvSpPr>
        <p:spPr/>
        <p:txBody>
          <a:bodyPr/>
          <a:lstStyle/>
          <a:p>
            <a:r>
              <a:rPr lang="en-GB" b="1" dirty="0"/>
              <a:t>Objectives</a:t>
            </a:r>
          </a:p>
          <a:p>
            <a:pPr marL="285750" indent="-285750">
              <a:buSzPct val="115000"/>
              <a:buFont typeface="Arial" panose="020B0604020202020204" pitchFamily="34" charset="0"/>
              <a:buChar char="•"/>
            </a:pPr>
            <a:r>
              <a:rPr lang="en-IN" dirty="0"/>
              <a:t>To understand types and how to create objects</a:t>
            </a:r>
          </a:p>
          <a:p>
            <a:pPr marL="285750" indent="-285750">
              <a:buSzPct val="115000"/>
              <a:buFont typeface="Arial" panose="020B0604020202020204" pitchFamily="34" charset="0"/>
              <a:buChar char="•"/>
            </a:pPr>
            <a:r>
              <a:rPr lang="en-IN" dirty="0"/>
              <a:t>To grasp the concept of reference type behaviour</a:t>
            </a:r>
            <a:endParaRPr lang="en-GB" dirty="0"/>
          </a:p>
        </p:txBody>
      </p:sp>
      <p:sp>
        <p:nvSpPr>
          <p:cNvPr id="4" name="Text Placeholder 3">
            <a:extLst>
              <a:ext uri="{FF2B5EF4-FFF2-40B4-BE49-F238E27FC236}">
                <a16:creationId xmlns:a16="http://schemas.microsoft.com/office/drawing/2014/main" id="{87FFA603-A550-771E-BA62-45DA2C1B803C}"/>
              </a:ext>
            </a:extLst>
          </p:cNvPr>
          <p:cNvSpPr>
            <a:spLocks noGrp="1"/>
          </p:cNvSpPr>
          <p:nvPr>
            <p:ph type="body" sz="quarter" idx="15"/>
          </p:nvPr>
        </p:nvSpPr>
        <p:spPr/>
        <p:txBody>
          <a:bodyPr/>
          <a:lstStyle/>
          <a:p>
            <a:r>
              <a:rPr lang="en-GB" b="1" dirty="0"/>
              <a:t>Contents</a:t>
            </a:r>
          </a:p>
          <a:p>
            <a:pPr marL="285750" indent="-285750">
              <a:buSzPct val="115000"/>
              <a:buFont typeface="Arial" panose="020B0604020202020204" pitchFamily="34" charset="0"/>
              <a:buChar char="•"/>
            </a:pPr>
            <a:r>
              <a:rPr lang="en-IN" dirty="0"/>
              <a:t>OO fundamentals – Abstraction and encapsulation</a:t>
            </a:r>
          </a:p>
          <a:p>
            <a:pPr marL="285750" indent="-285750">
              <a:buSzPct val="115000"/>
              <a:buFont typeface="Arial" panose="020B0604020202020204" pitchFamily="34" charset="0"/>
              <a:buChar char="•"/>
            </a:pPr>
            <a:r>
              <a:rPr lang="en-IN" dirty="0"/>
              <a:t>Defining reference types</a:t>
            </a:r>
          </a:p>
          <a:p>
            <a:pPr marL="285750" indent="-285750">
              <a:buSzPct val="115000"/>
              <a:buFont typeface="Arial" panose="020B0604020202020204" pitchFamily="34" charset="0"/>
              <a:buChar char="•"/>
            </a:pPr>
            <a:r>
              <a:rPr lang="en-IN" dirty="0"/>
              <a:t>Creating objects (instances)</a:t>
            </a:r>
          </a:p>
          <a:p>
            <a:endParaRPr lang="en-GB" dirty="0"/>
          </a:p>
        </p:txBody>
      </p:sp>
      <p:pic>
        <p:nvPicPr>
          <p:cNvPr id="16" name="Content Placeholder 15" descr="Decorative image: A line drawing of a person at a laptop.">
            <a:extLst>
              <a:ext uri="{FF2B5EF4-FFF2-40B4-BE49-F238E27FC236}">
                <a16:creationId xmlns:a16="http://schemas.microsoft.com/office/drawing/2014/main" id="{3663176A-4416-446A-FDF3-40C7E9D42620}"/>
              </a:ext>
            </a:extLst>
          </p:cNvPr>
          <p:cNvPicPr>
            <a:picLocks noGrp="1" noChangeAspect="1"/>
          </p:cNvPicPr>
          <p:nvPr>
            <p:ph sz="quarter" idx="18"/>
          </p:nvPr>
        </p:nvPicPr>
        <p:blipFill>
          <a:blip r:embed="rId3">
            <a:extLst>
              <a:ext uri="{28A0092B-C50C-407E-A947-70E740481C1C}">
                <a14:useLocalDpi xmlns:a14="http://schemas.microsoft.com/office/drawing/2010/main" val="0"/>
              </a:ext>
            </a:extLst>
          </a:blip>
          <a:stretch>
            <a:fillRect/>
          </a:stretch>
        </p:blipFill>
        <p:spPr>
          <a:xfrm>
            <a:off x="8223250" y="2336800"/>
            <a:ext cx="838200" cy="838200"/>
          </a:xfrm>
        </p:spPr>
      </p:pic>
      <p:sp>
        <p:nvSpPr>
          <p:cNvPr id="10" name="Text Placeholder 9">
            <a:extLst>
              <a:ext uri="{FF2B5EF4-FFF2-40B4-BE49-F238E27FC236}">
                <a16:creationId xmlns:a16="http://schemas.microsoft.com/office/drawing/2014/main" id="{6C76E803-DD05-2638-0277-C224C7CE5C9F}"/>
              </a:ext>
            </a:extLst>
          </p:cNvPr>
          <p:cNvSpPr>
            <a:spLocks noGrp="1"/>
          </p:cNvSpPr>
          <p:nvPr>
            <p:ph type="body" sz="quarter" idx="17"/>
          </p:nvPr>
        </p:nvSpPr>
        <p:spPr/>
        <p:txBody>
          <a:bodyPr/>
          <a:lstStyle/>
          <a:p>
            <a:r>
              <a:rPr lang="en-GB" b="1" dirty="0"/>
              <a:t>Hands-on labs</a:t>
            </a:r>
          </a:p>
          <a:p>
            <a:endParaRPr lang="en-GB" dirty="0"/>
          </a:p>
        </p:txBody>
      </p:sp>
      <p:sp>
        <p:nvSpPr>
          <p:cNvPr id="5" name="Slide Number Placeholder 4">
            <a:extLst>
              <a:ext uri="{FF2B5EF4-FFF2-40B4-BE49-F238E27FC236}">
                <a16:creationId xmlns:a16="http://schemas.microsoft.com/office/drawing/2014/main" id="{40966D64-B662-10F1-13A2-A40979F531BD}"/>
              </a:ext>
            </a:extLst>
          </p:cNvPr>
          <p:cNvSpPr>
            <a:spLocks noGrp="1"/>
          </p:cNvSpPr>
          <p:nvPr>
            <p:ph type="sldNum" sz="quarter" idx="12"/>
          </p:nvPr>
        </p:nvSpPr>
        <p:spPr/>
        <p:txBody>
          <a:bodyPr/>
          <a:lstStyle/>
          <a:p>
            <a:fld id="{F3469444-D02B-D446-9CF8-19DEDDE073D1}" type="slidenum">
              <a:rPr lang="en-US" smtClean="0"/>
              <a:pPr/>
              <a:t>2</a:t>
            </a:fld>
            <a:endParaRPr lang="en-US" dirty="0"/>
          </a:p>
        </p:txBody>
      </p:sp>
      <p:pic>
        <p:nvPicPr>
          <p:cNvPr id="13" name="Content Placeholder 12" descr="Decorative image: A line drawing of a target with an arrow at the centre.">
            <a:extLst>
              <a:ext uri="{FF2B5EF4-FFF2-40B4-BE49-F238E27FC236}">
                <a16:creationId xmlns:a16="http://schemas.microsoft.com/office/drawing/2014/main" id="{7A065791-70B4-D2FC-FB28-060A897E2F67}"/>
              </a:ext>
            </a:extLst>
          </p:cNvPr>
          <p:cNvPicPr>
            <a:picLocks noGrp="1" noChangeAspect="1"/>
          </p:cNvPicPr>
          <p:nvPr>
            <p:ph sz="quarter" idx="4"/>
          </p:nvPr>
        </p:nvPicPr>
        <p:blipFill>
          <a:blip r:embed="rId4">
            <a:extLst>
              <a:ext uri="{28A0092B-C50C-407E-A947-70E740481C1C}">
                <a14:useLocalDpi xmlns:a14="http://schemas.microsoft.com/office/drawing/2010/main" val="0"/>
              </a:ext>
            </a:extLst>
          </a:blip>
          <a:stretch>
            <a:fillRect/>
          </a:stretch>
        </p:blipFill>
        <p:spPr>
          <a:xfrm>
            <a:off x="745025" y="2336800"/>
            <a:ext cx="834050" cy="838200"/>
          </a:xfrm>
          <a:prstGeom prst="rect">
            <a:avLst/>
          </a:prstGeom>
        </p:spPr>
      </p:pic>
      <p:pic>
        <p:nvPicPr>
          <p:cNvPr id="14" name="Content Placeholder 13" descr="Decorative image: A line drawing of a  checklist">
            <a:extLst>
              <a:ext uri="{FF2B5EF4-FFF2-40B4-BE49-F238E27FC236}">
                <a16:creationId xmlns:a16="http://schemas.microsoft.com/office/drawing/2014/main" id="{8BCB9775-83AD-91C4-5A3A-D04FF2FF2BFA}"/>
              </a:ext>
            </a:extLst>
          </p:cNvPr>
          <p:cNvPicPr>
            <a:picLocks noGrp="1" noChangeAspect="1"/>
          </p:cNvPicPr>
          <p:nvPr>
            <p:ph sz="quarter" idx="16"/>
          </p:nvPr>
        </p:nvPicPr>
        <p:blipFill>
          <a:blip r:embed="rId5">
            <a:extLst>
              <a:ext uri="{28A0092B-C50C-407E-A947-70E740481C1C}">
                <a14:useLocalDpi xmlns:a14="http://schemas.microsoft.com/office/drawing/2010/main" val="0"/>
              </a:ext>
            </a:extLst>
          </a:blip>
          <a:stretch>
            <a:fillRect/>
          </a:stretch>
        </p:blipFill>
        <p:spPr>
          <a:xfrm>
            <a:off x="4478825" y="2336800"/>
            <a:ext cx="834050" cy="838200"/>
          </a:xfrm>
          <a:prstGeom prst="rect">
            <a:avLst/>
          </a:prstGeom>
        </p:spPr>
      </p:pic>
    </p:spTree>
    <p:extLst>
      <p:ext uri="{BB962C8B-B14F-4D97-AF65-F5344CB8AC3E}">
        <p14:creationId xmlns:p14="http://schemas.microsoft.com/office/powerpoint/2010/main" val="841911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FB3FC5-F380-2E09-7414-52A43D13C423}"/>
              </a:ext>
            </a:extLst>
          </p:cNvPr>
          <p:cNvSpPr>
            <a:spLocks noGrp="1"/>
          </p:cNvSpPr>
          <p:nvPr>
            <p:ph type="ctrTitle"/>
          </p:nvPr>
        </p:nvSpPr>
        <p:spPr/>
        <p:txBody>
          <a:bodyPr/>
          <a:lstStyle/>
          <a:p>
            <a:r>
              <a:rPr lang="en-GB" dirty="0"/>
              <a:t>Objects in memory</a:t>
            </a:r>
          </a:p>
        </p:txBody>
      </p:sp>
      <p:sp>
        <p:nvSpPr>
          <p:cNvPr id="4" name="Slide Number Placeholder 3">
            <a:extLst>
              <a:ext uri="{FF2B5EF4-FFF2-40B4-BE49-F238E27FC236}">
                <a16:creationId xmlns:a16="http://schemas.microsoft.com/office/drawing/2014/main" id="{6B4710BA-0DD9-7897-2410-029809A65FA8}"/>
              </a:ext>
            </a:extLst>
          </p:cNvPr>
          <p:cNvSpPr>
            <a:spLocks noGrp="1"/>
          </p:cNvSpPr>
          <p:nvPr>
            <p:ph type="sldNum" sz="quarter" idx="12"/>
          </p:nvPr>
        </p:nvSpPr>
        <p:spPr/>
        <p:txBody>
          <a:bodyPr/>
          <a:lstStyle/>
          <a:p>
            <a:fld id="{F3469444-D02B-D446-9CF8-19DEDDE073D1}" type="slidenum">
              <a:rPr lang="en-US" smtClean="0"/>
              <a:pPr/>
              <a:t>3</a:t>
            </a:fld>
            <a:endParaRPr lang="en-US" dirty="0"/>
          </a:p>
        </p:txBody>
      </p:sp>
      <p:sp>
        <p:nvSpPr>
          <p:cNvPr id="5" name="Rounded Rectangle 3">
            <a:extLst>
              <a:ext uri="{FF2B5EF4-FFF2-40B4-BE49-F238E27FC236}">
                <a16:creationId xmlns:a16="http://schemas.microsoft.com/office/drawing/2014/main" id="{57902D58-46FC-5C87-15DB-A975574F5A9B}"/>
              </a:ext>
            </a:extLst>
          </p:cNvPr>
          <p:cNvSpPr/>
          <p:nvPr/>
        </p:nvSpPr>
        <p:spPr>
          <a:xfrm>
            <a:off x="509405" y="2342591"/>
            <a:ext cx="805912" cy="464949"/>
          </a:xfrm>
          <a:prstGeom prst="roundRect">
            <a:avLst/>
          </a:prstGeom>
          <a:ln/>
        </p:spPr>
        <p:style>
          <a:lnRef idx="3">
            <a:schemeClr val="lt1"/>
          </a:lnRef>
          <a:fillRef idx="1">
            <a:schemeClr val="accent1"/>
          </a:fillRef>
          <a:effectRef idx="1">
            <a:schemeClr val="accent1"/>
          </a:effectRef>
          <a:fontRef idx="minor">
            <a:schemeClr val="lt1"/>
          </a:fontRef>
        </p:style>
        <p:txBody>
          <a:bodyPr rtlCol="0" anchor="ctr"/>
          <a:lstStyle/>
          <a:p>
            <a:pPr algn="ctr"/>
            <a:r>
              <a:rPr lang="en-GB" b="1" dirty="0">
                <a:solidFill>
                  <a:schemeClr val="tx1"/>
                </a:solidFill>
                <a:cs typeface="Arial" pitchFamily="34" charset="0"/>
              </a:rPr>
              <a:t>stu1</a:t>
            </a:r>
            <a:endParaRPr lang="en-GB" sz="1600" b="1" dirty="0">
              <a:solidFill>
                <a:schemeClr val="tx1"/>
              </a:solidFill>
              <a:cs typeface="Arial" pitchFamily="34" charset="0"/>
            </a:endParaRPr>
          </a:p>
        </p:txBody>
      </p:sp>
      <p:sp>
        <p:nvSpPr>
          <p:cNvPr id="6" name="Oval 5">
            <a:extLst>
              <a:ext uri="{FF2B5EF4-FFF2-40B4-BE49-F238E27FC236}">
                <a16:creationId xmlns:a16="http://schemas.microsoft.com/office/drawing/2014/main" id="{197E6111-5782-FC66-6F00-8C8AB39C2D71}"/>
              </a:ext>
            </a:extLst>
          </p:cNvPr>
          <p:cNvSpPr/>
          <p:nvPr/>
        </p:nvSpPr>
        <p:spPr>
          <a:xfrm>
            <a:off x="2789096" y="1660666"/>
            <a:ext cx="2626419" cy="182880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GB" sz="2000" b="1" dirty="0">
                <a:solidFill>
                  <a:srgbClr val="0000C0"/>
                </a:solidFill>
                <a:latin typeface="Consolas" panose="020B0609020204030204" pitchFamily="49" charset="0"/>
              </a:rPr>
              <a:t>name=</a:t>
            </a:r>
            <a:r>
              <a:rPr lang="en-GB" sz="2000" b="1" dirty="0">
                <a:solidFill>
                  <a:schemeClr val="tx1"/>
                </a:solidFill>
                <a:latin typeface="Consolas" panose="020B0609020204030204" pitchFamily="49" charset="0"/>
                <a:cs typeface="Arial" pitchFamily="34" charset="0"/>
              </a:rPr>
              <a:t> "</a:t>
            </a:r>
            <a:r>
              <a:rPr lang="en-GB" sz="2000" dirty="0">
                <a:solidFill>
                  <a:schemeClr val="tx1"/>
                </a:solidFill>
                <a:cs typeface="Arial" pitchFamily="34" charset="0"/>
              </a:rPr>
              <a:t>Bob"</a:t>
            </a:r>
            <a:br>
              <a:rPr lang="en-GB" sz="2000" dirty="0">
                <a:solidFill>
                  <a:schemeClr val="tx1"/>
                </a:solidFill>
                <a:latin typeface="Arial" pitchFamily="34" charset="0"/>
                <a:cs typeface="Arial" pitchFamily="34" charset="0"/>
              </a:rPr>
            </a:br>
            <a:r>
              <a:rPr lang="en-GB" sz="2000" b="1" dirty="0">
                <a:solidFill>
                  <a:srgbClr val="0000C0"/>
                </a:solidFill>
                <a:latin typeface="Consolas" panose="020B0609020204030204" pitchFamily="49" charset="0"/>
              </a:rPr>
              <a:t>count=</a:t>
            </a:r>
            <a:r>
              <a:rPr lang="en-GB" sz="2000" dirty="0">
                <a:solidFill>
                  <a:schemeClr val="tx1"/>
                </a:solidFill>
                <a:cs typeface="Arial" pitchFamily="34" charset="0"/>
              </a:rPr>
              <a:t>1</a:t>
            </a:r>
          </a:p>
        </p:txBody>
      </p:sp>
      <p:cxnSp>
        <p:nvCxnSpPr>
          <p:cNvPr id="7" name="Straight Arrow Connector 6">
            <a:extLst>
              <a:ext uri="{FF2B5EF4-FFF2-40B4-BE49-F238E27FC236}">
                <a16:creationId xmlns:a16="http://schemas.microsoft.com/office/drawing/2014/main" id="{9E601067-CBC9-D714-EFA8-868C51B8BAEC}"/>
              </a:ext>
            </a:extLst>
          </p:cNvPr>
          <p:cNvCxnSpPr>
            <a:cxnSpLocks/>
            <a:stCxn id="5" idx="3"/>
          </p:cNvCxnSpPr>
          <p:nvPr/>
        </p:nvCxnSpPr>
        <p:spPr>
          <a:xfrm>
            <a:off x="1315317" y="2575066"/>
            <a:ext cx="1438516"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8" name="Rounded Rectangle 12">
            <a:extLst>
              <a:ext uri="{FF2B5EF4-FFF2-40B4-BE49-F238E27FC236}">
                <a16:creationId xmlns:a16="http://schemas.microsoft.com/office/drawing/2014/main" id="{0F5EF3A0-9BBB-84AB-0D76-0108053F752C}"/>
              </a:ext>
            </a:extLst>
          </p:cNvPr>
          <p:cNvSpPr/>
          <p:nvPr/>
        </p:nvSpPr>
        <p:spPr>
          <a:xfrm>
            <a:off x="491323" y="4401284"/>
            <a:ext cx="805912" cy="464949"/>
          </a:xfrm>
          <a:prstGeom prst="roundRect">
            <a:avLst/>
          </a:prstGeom>
          <a:ln/>
        </p:spPr>
        <p:style>
          <a:lnRef idx="3">
            <a:schemeClr val="lt1"/>
          </a:lnRef>
          <a:fillRef idx="1">
            <a:schemeClr val="accent1"/>
          </a:fillRef>
          <a:effectRef idx="1">
            <a:schemeClr val="accent1"/>
          </a:effectRef>
          <a:fontRef idx="minor">
            <a:schemeClr val="lt1"/>
          </a:fontRef>
        </p:style>
        <p:txBody>
          <a:bodyPr rtlCol="0" anchor="ctr"/>
          <a:lstStyle/>
          <a:p>
            <a:pPr algn="ctr"/>
            <a:r>
              <a:rPr lang="en-GB" b="1" dirty="0">
                <a:solidFill>
                  <a:schemeClr val="tx1"/>
                </a:solidFill>
                <a:cs typeface="Arial" pitchFamily="34" charset="0"/>
              </a:rPr>
              <a:t>stu2</a:t>
            </a:r>
            <a:endParaRPr lang="en-GB" sz="1600" b="1" dirty="0">
              <a:solidFill>
                <a:schemeClr val="tx1"/>
              </a:solidFill>
              <a:cs typeface="Arial" pitchFamily="34" charset="0"/>
            </a:endParaRPr>
          </a:p>
        </p:txBody>
      </p:sp>
      <p:sp>
        <p:nvSpPr>
          <p:cNvPr id="9" name="Oval 8">
            <a:extLst>
              <a:ext uri="{FF2B5EF4-FFF2-40B4-BE49-F238E27FC236}">
                <a16:creationId xmlns:a16="http://schemas.microsoft.com/office/drawing/2014/main" id="{A8838047-D439-866E-BECF-F5F1A079E138}"/>
              </a:ext>
            </a:extLst>
          </p:cNvPr>
          <p:cNvSpPr/>
          <p:nvPr/>
        </p:nvSpPr>
        <p:spPr>
          <a:xfrm>
            <a:off x="2789096" y="3721941"/>
            <a:ext cx="2626419" cy="182880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GB" sz="2000" b="1" dirty="0">
                <a:solidFill>
                  <a:srgbClr val="0000C0"/>
                </a:solidFill>
                <a:latin typeface="Consolas" panose="020B0609020204030204" pitchFamily="49" charset="0"/>
              </a:rPr>
              <a:t>name=</a:t>
            </a:r>
            <a:r>
              <a:rPr lang="en-GB" sz="2000" b="1" dirty="0">
                <a:solidFill>
                  <a:schemeClr val="tx1"/>
                </a:solidFill>
                <a:latin typeface="Consolas" panose="020B0609020204030204" pitchFamily="49" charset="0"/>
                <a:cs typeface="Arial" pitchFamily="34" charset="0"/>
              </a:rPr>
              <a:t> "</a:t>
            </a:r>
            <a:r>
              <a:rPr lang="en-GB" sz="2000" dirty="0">
                <a:solidFill>
                  <a:schemeClr val="tx1"/>
                </a:solidFill>
                <a:cs typeface="Arial" pitchFamily="34" charset="0"/>
              </a:rPr>
              <a:t>Amy"</a:t>
            </a:r>
            <a:br>
              <a:rPr lang="en-GB" sz="2000" dirty="0">
                <a:solidFill>
                  <a:schemeClr val="tx1"/>
                </a:solidFill>
                <a:latin typeface="Arial" pitchFamily="34" charset="0"/>
                <a:cs typeface="Arial" pitchFamily="34" charset="0"/>
              </a:rPr>
            </a:br>
            <a:r>
              <a:rPr lang="en-GB" sz="2000" b="1" dirty="0">
                <a:solidFill>
                  <a:srgbClr val="0000C0"/>
                </a:solidFill>
                <a:latin typeface="Consolas" panose="020B0609020204030204" pitchFamily="49" charset="0"/>
              </a:rPr>
              <a:t>count=</a:t>
            </a:r>
            <a:r>
              <a:rPr lang="en-GB" sz="2000" dirty="0">
                <a:solidFill>
                  <a:schemeClr val="tx1"/>
                </a:solidFill>
                <a:cs typeface="Arial" pitchFamily="34" charset="0"/>
              </a:rPr>
              <a:t>1</a:t>
            </a:r>
          </a:p>
        </p:txBody>
      </p:sp>
      <p:cxnSp>
        <p:nvCxnSpPr>
          <p:cNvPr id="10" name="Straight Arrow Connector 9">
            <a:extLst>
              <a:ext uri="{FF2B5EF4-FFF2-40B4-BE49-F238E27FC236}">
                <a16:creationId xmlns:a16="http://schemas.microsoft.com/office/drawing/2014/main" id="{6D31101F-8EDC-D2C9-AD2A-FB48B6653C1B}"/>
              </a:ext>
            </a:extLst>
          </p:cNvPr>
          <p:cNvCxnSpPr>
            <a:cxnSpLocks/>
            <a:stCxn id="8" idx="3"/>
            <a:endCxn id="9" idx="2"/>
          </p:cNvCxnSpPr>
          <p:nvPr/>
        </p:nvCxnSpPr>
        <p:spPr>
          <a:xfrm>
            <a:off x="1297235" y="4633759"/>
            <a:ext cx="1491861" cy="2582"/>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11" name="Rectangle 10">
            <a:extLst>
              <a:ext uri="{FF2B5EF4-FFF2-40B4-BE49-F238E27FC236}">
                <a16:creationId xmlns:a16="http://schemas.microsoft.com/office/drawing/2014/main" id="{ACFA7C8A-3D7F-0C47-2287-99C1245C5F36}"/>
              </a:ext>
            </a:extLst>
          </p:cNvPr>
          <p:cNvSpPr/>
          <p:nvPr/>
        </p:nvSpPr>
        <p:spPr>
          <a:xfrm>
            <a:off x="6315333" y="1311212"/>
            <a:ext cx="5153189" cy="2308324"/>
          </a:xfrm>
          <a:prstGeom prst="rect">
            <a:avLst/>
          </a:prstGeom>
          <a:solidFill>
            <a:schemeClr val="accent5">
              <a:lumMod val="20000"/>
              <a:lumOff val="80000"/>
            </a:schemeClr>
          </a:solidFill>
          <a:ln w="19050">
            <a:noFill/>
          </a:ln>
          <a:effectLst>
            <a:outerShdw blurRad="50800" dist="38100" algn="l" rotWithShape="0">
              <a:prstClr val="black">
                <a:alpha val="40000"/>
              </a:prstClr>
            </a:outerShdw>
          </a:effectLst>
        </p:spPr>
        <p:style>
          <a:lnRef idx="2">
            <a:schemeClr val="accent3">
              <a:shade val="50000"/>
            </a:schemeClr>
          </a:lnRef>
          <a:fillRef idx="1">
            <a:schemeClr val="accent3"/>
          </a:fillRef>
          <a:effectRef idx="0">
            <a:schemeClr val="accent3"/>
          </a:effectRef>
          <a:fontRef idx="minor">
            <a:schemeClr val="lt1"/>
          </a:fontRef>
        </p:style>
        <p:txBody>
          <a:bodyPr wrap="square">
            <a:spAutoFit/>
          </a:bodyPr>
          <a:lstStyle/>
          <a:p>
            <a:r>
              <a:rPr lang="en-GB" sz="1600" b="1" dirty="0">
                <a:solidFill>
                  <a:srgbClr val="7F0055"/>
                </a:solidFill>
                <a:latin typeface="Consolas" panose="020B0609020204030204" pitchFamily="49" charset="0"/>
              </a:rPr>
              <a:t>class</a:t>
            </a:r>
            <a:r>
              <a:rPr lang="en-GB" sz="1600" b="1" dirty="0">
                <a:solidFill>
                  <a:srgbClr val="000000"/>
                </a:solidFill>
                <a:latin typeface="Consolas" panose="020B0609020204030204" pitchFamily="49" charset="0"/>
              </a:rPr>
              <a:t> Student {</a:t>
            </a:r>
          </a:p>
          <a:p>
            <a:r>
              <a:rPr lang="en-GB" sz="1600" b="1" dirty="0">
                <a:solidFill>
                  <a:srgbClr val="7F0055"/>
                </a:solidFill>
                <a:latin typeface="Consolas" panose="020B0609020204030204" pitchFamily="49" charset="0"/>
              </a:rPr>
              <a:t>      public</a:t>
            </a:r>
            <a:r>
              <a:rPr lang="en-GB" sz="1600" b="1" dirty="0">
                <a:solidFill>
                  <a:srgbClr val="000000"/>
                </a:solidFill>
                <a:latin typeface="Consolas" panose="020B0609020204030204" pitchFamily="49" charset="0"/>
              </a:rPr>
              <a:t> int </a:t>
            </a:r>
            <a:r>
              <a:rPr lang="en-GB" sz="1600" b="1" dirty="0">
                <a:solidFill>
                  <a:srgbClr val="0000C0"/>
                </a:solidFill>
                <a:latin typeface="Consolas" panose="020B0609020204030204" pitchFamily="49" charset="0"/>
              </a:rPr>
              <a:t>count = 0</a:t>
            </a:r>
            <a:r>
              <a:rPr lang="en-GB" sz="1600" b="1" dirty="0">
                <a:solidFill>
                  <a:srgbClr val="000000"/>
                </a:solidFill>
                <a:latin typeface="Consolas" panose="020B0609020204030204" pitchFamily="49" charset="0"/>
              </a:rPr>
              <a:t>;</a:t>
            </a:r>
            <a:r>
              <a:rPr lang="en-GB" sz="1600" b="1" dirty="0">
                <a:solidFill>
                  <a:srgbClr val="7F0055"/>
                </a:solidFill>
                <a:latin typeface="Consolas" panose="020B0609020204030204" pitchFamily="49" charset="0"/>
              </a:rPr>
              <a:t>      </a:t>
            </a:r>
          </a:p>
          <a:p>
            <a:r>
              <a:rPr lang="en-GB" sz="1600" b="1" dirty="0">
                <a:solidFill>
                  <a:srgbClr val="7F0055"/>
                </a:solidFill>
                <a:latin typeface="Consolas" panose="020B0609020204030204" pitchFamily="49" charset="0"/>
              </a:rPr>
              <a:t>      private</a:t>
            </a:r>
            <a:r>
              <a:rPr lang="en-GB" sz="1600" b="1" dirty="0">
                <a:solidFill>
                  <a:srgbClr val="000000"/>
                </a:solidFill>
                <a:latin typeface="Consolas" panose="020B0609020204030204" pitchFamily="49" charset="0"/>
              </a:rPr>
              <a:t> String </a:t>
            </a:r>
            <a:r>
              <a:rPr lang="en-GB" sz="1600" b="1" dirty="0">
                <a:solidFill>
                  <a:srgbClr val="0000C0"/>
                </a:solidFill>
                <a:latin typeface="Consolas" panose="020B0609020204030204" pitchFamily="49" charset="0"/>
              </a:rPr>
              <a:t>name</a:t>
            </a:r>
            <a:r>
              <a:rPr lang="en-GB" sz="1600" b="1" dirty="0">
                <a:solidFill>
                  <a:srgbClr val="000000"/>
                </a:solidFill>
                <a:latin typeface="Consolas" panose="020B0609020204030204" pitchFamily="49" charset="0"/>
              </a:rPr>
              <a:t>;</a:t>
            </a:r>
          </a:p>
          <a:p>
            <a:r>
              <a:rPr lang="en-GB" sz="1600" b="1" dirty="0">
                <a:solidFill>
                  <a:srgbClr val="7F0055"/>
                </a:solidFill>
                <a:latin typeface="Consolas" panose="020B0609020204030204" pitchFamily="49" charset="0"/>
              </a:rPr>
              <a:t> </a:t>
            </a:r>
          </a:p>
          <a:p>
            <a:r>
              <a:rPr lang="en-GB" sz="1600" b="1" dirty="0">
                <a:solidFill>
                  <a:srgbClr val="7F0055"/>
                </a:solidFill>
                <a:latin typeface="Consolas" panose="020B0609020204030204" pitchFamily="49" charset="0"/>
              </a:rPr>
              <a:t>      public</a:t>
            </a:r>
            <a:r>
              <a:rPr lang="en-GB" sz="1600" b="1" dirty="0">
                <a:solidFill>
                  <a:srgbClr val="000000"/>
                </a:solidFill>
                <a:latin typeface="Consolas" panose="020B0609020204030204" pitchFamily="49" charset="0"/>
              </a:rPr>
              <a:t> Student(String </a:t>
            </a:r>
            <a:r>
              <a:rPr lang="en-GB" sz="1600" b="1" dirty="0">
                <a:solidFill>
                  <a:srgbClr val="6A3E3E"/>
                </a:solidFill>
                <a:latin typeface="Consolas" panose="020B0609020204030204" pitchFamily="49" charset="0"/>
              </a:rPr>
              <a:t>name</a:t>
            </a:r>
            <a:r>
              <a:rPr lang="en-GB" sz="1600" b="1" dirty="0">
                <a:solidFill>
                  <a:srgbClr val="000000"/>
                </a:solidFill>
                <a:latin typeface="Consolas" panose="020B0609020204030204" pitchFamily="49" charset="0"/>
              </a:rPr>
              <a:t>) {</a:t>
            </a:r>
          </a:p>
          <a:p>
            <a:r>
              <a:rPr lang="en-GB" sz="1600" b="1" dirty="0">
                <a:solidFill>
                  <a:srgbClr val="7F0055"/>
                </a:solidFill>
                <a:latin typeface="Consolas" panose="020B0609020204030204" pitchFamily="49" charset="0"/>
              </a:rPr>
              <a:t>	     this.</a:t>
            </a:r>
            <a:r>
              <a:rPr lang="en-GB" sz="1600" b="1" dirty="0">
                <a:solidFill>
                  <a:srgbClr val="0000C0"/>
                </a:solidFill>
                <a:latin typeface="Consolas" panose="020B0609020204030204" pitchFamily="49" charset="0"/>
              </a:rPr>
              <a:t>name</a:t>
            </a:r>
            <a:r>
              <a:rPr lang="en-GB" sz="1600" b="1" dirty="0">
                <a:solidFill>
                  <a:srgbClr val="000000"/>
                </a:solidFill>
                <a:latin typeface="Consolas" panose="020B0609020204030204" pitchFamily="49" charset="0"/>
              </a:rPr>
              <a:t> = </a:t>
            </a:r>
            <a:r>
              <a:rPr lang="en-GB" sz="1600" b="1" dirty="0">
                <a:solidFill>
                  <a:srgbClr val="6A3E3E"/>
                </a:solidFill>
                <a:latin typeface="Consolas" panose="020B0609020204030204" pitchFamily="49" charset="0"/>
              </a:rPr>
              <a:t>name</a:t>
            </a:r>
            <a:r>
              <a:rPr lang="en-GB" sz="1600" b="1" dirty="0">
                <a:solidFill>
                  <a:srgbClr val="000000"/>
                </a:solidFill>
                <a:latin typeface="Consolas" panose="020B0609020204030204" pitchFamily="49" charset="0"/>
              </a:rPr>
              <a:t>;</a:t>
            </a:r>
            <a:br>
              <a:rPr lang="en-GB" sz="1600" b="1" dirty="0">
                <a:solidFill>
                  <a:srgbClr val="000000"/>
                </a:solidFill>
                <a:latin typeface="Consolas" panose="020B0609020204030204" pitchFamily="49" charset="0"/>
              </a:rPr>
            </a:br>
            <a:r>
              <a:rPr lang="en-GB" sz="1600" b="1" dirty="0">
                <a:solidFill>
                  <a:srgbClr val="000000"/>
                </a:solidFill>
                <a:latin typeface="Consolas" panose="020B0609020204030204" pitchFamily="49" charset="0"/>
              </a:rPr>
              <a:t>	     </a:t>
            </a:r>
            <a:r>
              <a:rPr lang="en-GB" sz="1600" b="1" dirty="0">
                <a:solidFill>
                  <a:srgbClr val="7F0055"/>
                </a:solidFill>
                <a:latin typeface="Consolas" panose="020B0609020204030204" pitchFamily="49" charset="0"/>
              </a:rPr>
              <a:t>this.</a:t>
            </a:r>
            <a:r>
              <a:rPr lang="en-GB" sz="1600" b="1" dirty="0">
                <a:solidFill>
                  <a:srgbClr val="0000C0"/>
                </a:solidFill>
                <a:latin typeface="Consolas" panose="020B0609020204030204" pitchFamily="49" charset="0"/>
              </a:rPr>
              <a:t>count++</a:t>
            </a:r>
            <a:r>
              <a:rPr lang="en-GB" sz="1600" b="1" dirty="0">
                <a:solidFill>
                  <a:srgbClr val="000000"/>
                </a:solidFill>
                <a:latin typeface="Consolas" panose="020B0609020204030204" pitchFamily="49" charset="0"/>
              </a:rPr>
              <a:t>;</a:t>
            </a:r>
          </a:p>
          <a:p>
            <a:r>
              <a:rPr lang="en-GB" sz="1600" dirty="0">
                <a:solidFill>
                  <a:srgbClr val="000000"/>
                </a:solidFill>
                <a:latin typeface="Consolas" panose="020B0609020204030204" pitchFamily="49" charset="0"/>
              </a:rPr>
              <a:t>      }</a:t>
            </a:r>
          </a:p>
          <a:p>
            <a:r>
              <a:rPr lang="en-GB" sz="1600" dirty="0">
                <a:solidFill>
                  <a:srgbClr val="000000"/>
                </a:solidFill>
                <a:latin typeface="Consolas" panose="020B0609020204030204" pitchFamily="49" charset="0"/>
              </a:rPr>
              <a:t>}</a:t>
            </a:r>
          </a:p>
        </p:txBody>
      </p:sp>
      <p:sp>
        <p:nvSpPr>
          <p:cNvPr id="12" name="Rectangle 11">
            <a:extLst>
              <a:ext uri="{FF2B5EF4-FFF2-40B4-BE49-F238E27FC236}">
                <a16:creationId xmlns:a16="http://schemas.microsoft.com/office/drawing/2014/main" id="{F1DF6B7D-6A4C-E11A-DD85-FDC99538DEC3}"/>
              </a:ext>
            </a:extLst>
          </p:cNvPr>
          <p:cNvSpPr/>
          <p:nvPr/>
        </p:nvSpPr>
        <p:spPr>
          <a:xfrm>
            <a:off x="6329981" y="3848928"/>
            <a:ext cx="5138541" cy="584775"/>
          </a:xfrm>
          <a:prstGeom prst="rect">
            <a:avLst/>
          </a:prstGeom>
          <a:solidFill>
            <a:srgbClr val="FAFAFA"/>
          </a:solidFill>
          <a:ln w="19050">
            <a:noFill/>
          </a:ln>
          <a:effectLst>
            <a:outerShdw blurRad="50800" dist="38100" algn="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wrap="square">
            <a:spAutoFit/>
          </a:bodyPr>
          <a:lstStyle/>
          <a:p>
            <a:r>
              <a:rPr lang="en-GB" sz="1600" b="1" dirty="0">
                <a:solidFill>
                  <a:srgbClr val="000000"/>
                </a:solidFill>
                <a:latin typeface="Consolas" panose="020B0609020204030204" pitchFamily="49" charset="0"/>
              </a:rPr>
              <a:t>Student </a:t>
            </a:r>
            <a:r>
              <a:rPr lang="en-GB" sz="1600" b="1" dirty="0">
                <a:solidFill>
                  <a:srgbClr val="6A3E3E"/>
                </a:solidFill>
                <a:latin typeface="Consolas" panose="020B0609020204030204" pitchFamily="49" charset="0"/>
              </a:rPr>
              <a:t>stu1</a:t>
            </a:r>
            <a:r>
              <a:rPr lang="en-GB" sz="1600" b="1" dirty="0">
                <a:solidFill>
                  <a:srgbClr val="000000"/>
                </a:solidFill>
                <a:latin typeface="Consolas" panose="020B0609020204030204" pitchFamily="49" charset="0"/>
              </a:rPr>
              <a:t> = </a:t>
            </a:r>
            <a:r>
              <a:rPr lang="en-GB" sz="1600" b="1" dirty="0">
                <a:solidFill>
                  <a:srgbClr val="7F0055"/>
                </a:solidFill>
                <a:latin typeface="Consolas" panose="020B0609020204030204" pitchFamily="49" charset="0"/>
              </a:rPr>
              <a:t>new</a:t>
            </a:r>
            <a:r>
              <a:rPr lang="en-GB" sz="1600" b="1" dirty="0">
                <a:solidFill>
                  <a:srgbClr val="000000"/>
                </a:solidFill>
                <a:latin typeface="Consolas" panose="020B0609020204030204" pitchFamily="49" charset="0"/>
              </a:rPr>
              <a:t> Student(</a:t>
            </a:r>
            <a:r>
              <a:rPr lang="en-GB" sz="1600" b="1" dirty="0">
                <a:solidFill>
                  <a:srgbClr val="2A00FF"/>
                </a:solidFill>
                <a:latin typeface="Consolas" panose="020B0609020204030204" pitchFamily="49" charset="0"/>
              </a:rPr>
              <a:t>"Bob"</a:t>
            </a:r>
            <a:r>
              <a:rPr lang="en-GB" sz="1600" b="1" dirty="0">
                <a:solidFill>
                  <a:srgbClr val="000000"/>
                </a:solidFill>
                <a:latin typeface="Consolas" panose="020B0609020204030204" pitchFamily="49" charset="0"/>
              </a:rPr>
              <a:t>);</a:t>
            </a:r>
          </a:p>
          <a:p>
            <a:r>
              <a:rPr lang="en-GB" sz="1600" b="1" dirty="0">
                <a:solidFill>
                  <a:srgbClr val="000000"/>
                </a:solidFill>
                <a:latin typeface="Consolas" panose="020B0609020204030204" pitchFamily="49" charset="0"/>
              </a:rPr>
              <a:t>Student </a:t>
            </a:r>
            <a:r>
              <a:rPr lang="en-GB" sz="1600" b="1" dirty="0">
                <a:solidFill>
                  <a:srgbClr val="6A3E3E"/>
                </a:solidFill>
                <a:latin typeface="Consolas" panose="020B0609020204030204" pitchFamily="49" charset="0"/>
              </a:rPr>
              <a:t>stu2</a:t>
            </a:r>
            <a:r>
              <a:rPr lang="en-GB" sz="1600" dirty="0">
                <a:solidFill>
                  <a:srgbClr val="000000"/>
                </a:solidFill>
                <a:latin typeface="Consolas" panose="020B0609020204030204" pitchFamily="49" charset="0"/>
              </a:rPr>
              <a:t> = </a:t>
            </a:r>
            <a:r>
              <a:rPr lang="en-GB" sz="1600" b="1" dirty="0">
                <a:solidFill>
                  <a:srgbClr val="7F0055"/>
                </a:solidFill>
                <a:latin typeface="Consolas" panose="020B0609020204030204" pitchFamily="49" charset="0"/>
              </a:rPr>
              <a:t>new</a:t>
            </a:r>
            <a:r>
              <a:rPr lang="en-GB" sz="1600" b="1" dirty="0">
                <a:solidFill>
                  <a:srgbClr val="000000"/>
                </a:solidFill>
                <a:latin typeface="Consolas" panose="020B0609020204030204" pitchFamily="49" charset="0"/>
              </a:rPr>
              <a:t> Student(</a:t>
            </a:r>
            <a:r>
              <a:rPr lang="en-GB" sz="1600" b="1" dirty="0">
                <a:solidFill>
                  <a:srgbClr val="2A00FF"/>
                </a:solidFill>
                <a:latin typeface="Consolas" panose="020B0609020204030204" pitchFamily="49" charset="0"/>
              </a:rPr>
              <a:t>"Amy"</a:t>
            </a:r>
            <a:r>
              <a:rPr lang="en-GB" sz="1600" b="1" dirty="0">
                <a:solidFill>
                  <a:srgbClr val="000000"/>
                </a:solidFill>
                <a:latin typeface="Consolas" panose="020B0609020204030204" pitchFamily="49" charset="0"/>
              </a:rPr>
              <a:t>);</a:t>
            </a:r>
          </a:p>
        </p:txBody>
      </p:sp>
    </p:spTree>
    <p:extLst>
      <p:ext uri="{BB962C8B-B14F-4D97-AF65-F5344CB8AC3E}">
        <p14:creationId xmlns:p14="http://schemas.microsoft.com/office/powerpoint/2010/main" val="32027560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72B9B4-4C90-DF3D-5263-9F291EEA7575}"/>
              </a:ext>
            </a:extLst>
          </p:cNvPr>
          <p:cNvSpPr>
            <a:spLocks noGrp="1"/>
          </p:cNvSpPr>
          <p:nvPr>
            <p:ph type="ctrTitle"/>
          </p:nvPr>
        </p:nvSpPr>
        <p:spPr/>
        <p:txBody>
          <a:bodyPr/>
          <a:lstStyle/>
          <a:p>
            <a:r>
              <a:rPr lang="en-GB" dirty="0"/>
              <a:t>Static members</a:t>
            </a:r>
          </a:p>
        </p:txBody>
      </p:sp>
      <p:sp>
        <p:nvSpPr>
          <p:cNvPr id="4" name="Slide Number Placeholder 3">
            <a:extLst>
              <a:ext uri="{FF2B5EF4-FFF2-40B4-BE49-F238E27FC236}">
                <a16:creationId xmlns:a16="http://schemas.microsoft.com/office/drawing/2014/main" id="{DB4222B5-F174-C344-F147-5D8D890209D6}"/>
              </a:ext>
            </a:extLst>
          </p:cNvPr>
          <p:cNvSpPr>
            <a:spLocks noGrp="1"/>
          </p:cNvSpPr>
          <p:nvPr>
            <p:ph type="sldNum" sz="quarter" idx="12"/>
          </p:nvPr>
        </p:nvSpPr>
        <p:spPr/>
        <p:txBody>
          <a:bodyPr/>
          <a:lstStyle/>
          <a:p>
            <a:fld id="{F3469444-D02B-D446-9CF8-19DEDDE073D1}" type="slidenum">
              <a:rPr lang="en-US" smtClean="0"/>
              <a:pPr/>
              <a:t>4</a:t>
            </a:fld>
            <a:endParaRPr lang="en-US" dirty="0"/>
          </a:p>
        </p:txBody>
      </p:sp>
      <p:sp>
        <p:nvSpPr>
          <p:cNvPr id="5" name="Rectangle 4">
            <a:extLst>
              <a:ext uri="{FF2B5EF4-FFF2-40B4-BE49-F238E27FC236}">
                <a16:creationId xmlns:a16="http://schemas.microsoft.com/office/drawing/2014/main" id="{EB8D5414-E169-BB4B-D2E9-ED2D012F14CE}"/>
              </a:ext>
            </a:extLst>
          </p:cNvPr>
          <p:cNvSpPr/>
          <p:nvPr/>
        </p:nvSpPr>
        <p:spPr>
          <a:xfrm>
            <a:off x="6680472" y="1676211"/>
            <a:ext cx="5153189" cy="2308324"/>
          </a:xfrm>
          <a:prstGeom prst="rect">
            <a:avLst/>
          </a:prstGeom>
          <a:solidFill>
            <a:schemeClr val="accent5">
              <a:lumMod val="20000"/>
              <a:lumOff val="80000"/>
            </a:schemeClr>
          </a:solidFill>
          <a:ln w="19050">
            <a:noFill/>
          </a:ln>
          <a:effectLst>
            <a:outerShdw blurRad="50800" dist="38100" algn="l" rotWithShape="0">
              <a:prstClr val="black">
                <a:alpha val="40000"/>
              </a:prstClr>
            </a:outerShdw>
          </a:effectLst>
        </p:spPr>
        <p:style>
          <a:lnRef idx="2">
            <a:schemeClr val="accent3">
              <a:shade val="50000"/>
            </a:schemeClr>
          </a:lnRef>
          <a:fillRef idx="1">
            <a:schemeClr val="accent3"/>
          </a:fillRef>
          <a:effectRef idx="0">
            <a:schemeClr val="accent3"/>
          </a:effectRef>
          <a:fontRef idx="minor">
            <a:schemeClr val="lt1"/>
          </a:fontRef>
        </p:style>
        <p:txBody>
          <a:bodyPr wrap="square">
            <a:spAutoFit/>
          </a:bodyPr>
          <a:lstStyle/>
          <a:p>
            <a:r>
              <a:rPr lang="en-GB" sz="1600" b="1" dirty="0">
                <a:solidFill>
                  <a:srgbClr val="7F0055"/>
                </a:solidFill>
                <a:latin typeface="Consolas" panose="020B0609020204030204" pitchFamily="49" charset="0"/>
              </a:rPr>
              <a:t>class</a:t>
            </a:r>
            <a:r>
              <a:rPr lang="en-GB" sz="1600" b="1" dirty="0">
                <a:solidFill>
                  <a:srgbClr val="000000"/>
                </a:solidFill>
                <a:latin typeface="Consolas" panose="020B0609020204030204" pitchFamily="49" charset="0"/>
              </a:rPr>
              <a:t> Student {</a:t>
            </a:r>
          </a:p>
          <a:p>
            <a:r>
              <a:rPr lang="en-GB" sz="1600" b="1" dirty="0">
                <a:solidFill>
                  <a:srgbClr val="7F0055"/>
                </a:solidFill>
                <a:latin typeface="Consolas" panose="020B0609020204030204" pitchFamily="49" charset="0"/>
              </a:rPr>
              <a:t>      public</a:t>
            </a:r>
            <a:r>
              <a:rPr lang="en-GB" sz="1600" b="1" dirty="0">
                <a:solidFill>
                  <a:srgbClr val="000000"/>
                </a:solidFill>
                <a:latin typeface="Consolas" panose="020B0609020204030204" pitchFamily="49" charset="0"/>
              </a:rPr>
              <a:t> static int </a:t>
            </a:r>
            <a:r>
              <a:rPr lang="en-GB" sz="1600" b="1" dirty="0">
                <a:solidFill>
                  <a:srgbClr val="0000C0"/>
                </a:solidFill>
                <a:latin typeface="Consolas" panose="020B0609020204030204" pitchFamily="49" charset="0"/>
              </a:rPr>
              <a:t>count = 0</a:t>
            </a:r>
            <a:r>
              <a:rPr lang="en-GB" sz="1600" b="1" dirty="0">
                <a:solidFill>
                  <a:srgbClr val="000000"/>
                </a:solidFill>
                <a:latin typeface="Consolas" panose="020B0609020204030204" pitchFamily="49" charset="0"/>
              </a:rPr>
              <a:t>;</a:t>
            </a:r>
            <a:r>
              <a:rPr lang="en-GB" sz="1600" b="1" dirty="0">
                <a:solidFill>
                  <a:srgbClr val="7F0055"/>
                </a:solidFill>
                <a:latin typeface="Consolas" panose="020B0609020204030204" pitchFamily="49" charset="0"/>
              </a:rPr>
              <a:t>      </a:t>
            </a:r>
          </a:p>
          <a:p>
            <a:r>
              <a:rPr lang="en-GB" sz="1600" b="1" dirty="0">
                <a:solidFill>
                  <a:srgbClr val="7F0055"/>
                </a:solidFill>
                <a:latin typeface="Consolas" panose="020B0609020204030204" pitchFamily="49" charset="0"/>
              </a:rPr>
              <a:t>      private</a:t>
            </a:r>
            <a:r>
              <a:rPr lang="en-GB" sz="1600" b="1" dirty="0">
                <a:solidFill>
                  <a:srgbClr val="000000"/>
                </a:solidFill>
                <a:latin typeface="Consolas" panose="020B0609020204030204" pitchFamily="49" charset="0"/>
              </a:rPr>
              <a:t> String </a:t>
            </a:r>
            <a:r>
              <a:rPr lang="en-GB" sz="1600" b="1" dirty="0">
                <a:solidFill>
                  <a:srgbClr val="0000C0"/>
                </a:solidFill>
                <a:latin typeface="Consolas" panose="020B0609020204030204" pitchFamily="49" charset="0"/>
              </a:rPr>
              <a:t>name</a:t>
            </a:r>
            <a:r>
              <a:rPr lang="en-GB" sz="1600" b="1" dirty="0">
                <a:solidFill>
                  <a:srgbClr val="000000"/>
                </a:solidFill>
                <a:latin typeface="Consolas" panose="020B0609020204030204" pitchFamily="49" charset="0"/>
              </a:rPr>
              <a:t>;</a:t>
            </a:r>
          </a:p>
          <a:p>
            <a:r>
              <a:rPr lang="en-GB" sz="1600" b="1" dirty="0">
                <a:solidFill>
                  <a:srgbClr val="7F0055"/>
                </a:solidFill>
                <a:latin typeface="Consolas" panose="020B0609020204030204" pitchFamily="49" charset="0"/>
              </a:rPr>
              <a:t> </a:t>
            </a:r>
          </a:p>
          <a:p>
            <a:r>
              <a:rPr lang="en-GB" sz="1600" b="1" dirty="0">
                <a:solidFill>
                  <a:srgbClr val="7F0055"/>
                </a:solidFill>
                <a:latin typeface="Consolas" panose="020B0609020204030204" pitchFamily="49" charset="0"/>
              </a:rPr>
              <a:t>      public</a:t>
            </a:r>
            <a:r>
              <a:rPr lang="en-GB" sz="1600" b="1" dirty="0">
                <a:solidFill>
                  <a:srgbClr val="000000"/>
                </a:solidFill>
                <a:latin typeface="Consolas" panose="020B0609020204030204" pitchFamily="49" charset="0"/>
              </a:rPr>
              <a:t> Student(String </a:t>
            </a:r>
            <a:r>
              <a:rPr lang="en-GB" sz="1600" b="1" dirty="0">
                <a:solidFill>
                  <a:srgbClr val="6A3E3E"/>
                </a:solidFill>
                <a:latin typeface="Consolas" panose="020B0609020204030204" pitchFamily="49" charset="0"/>
              </a:rPr>
              <a:t>name</a:t>
            </a:r>
            <a:r>
              <a:rPr lang="en-GB" sz="1600" b="1" dirty="0">
                <a:solidFill>
                  <a:srgbClr val="000000"/>
                </a:solidFill>
                <a:latin typeface="Consolas" panose="020B0609020204030204" pitchFamily="49" charset="0"/>
              </a:rPr>
              <a:t>) {</a:t>
            </a:r>
          </a:p>
          <a:p>
            <a:r>
              <a:rPr lang="en-GB" sz="1600" b="1" dirty="0">
                <a:solidFill>
                  <a:srgbClr val="7F0055"/>
                </a:solidFill>
                <a:latin typeface="Consolas" panose="020B0609020204030204" pitchFamily="49" charset="0"/>
              </a:rPr>
              <a:t>	     this.</a:t>
            </a:r>
            <a:r>
              <a:rPr lang="en-GB" sz="1600" b="1" dirty="0">
                <a:solidFill>
                  <a:srgbClr val="0000C0"/>
                </a:solidFill>
                <a:latin typeface="Consolas" panose="020B0609020204030204" pitchFamily="49" charset="0"/>
              </a:rPr>
              <a:t>name</a:t>
            </a:r>
            <a:r>
              <a:rPr lang="en-GB" sz="1600" b="1" dirty="0">
                <a:solidFill>
                  <a:srgbClr val="000000"/>
                </a:solidFill>
                <a:latin typeface="Consolas" panose="020B0609020204030204" pitchFamily="49" charset="0"/>
              </a:rPr>
              <a:t> = </a:t>
            </a:r>
            <a:r>
              <a:rPr lang="en-GB" sz="1600" b="1" dirty="0">
                <a:solidFill>
                  <a:srgbClr val="6A3E3E"/>
                </a:solidFill>
                <a:latin typeface="Consolas" panose="020B0609020204030204" pitchFamily="49" charset="0"/>
              </a:rPr>
              <a:t>name</a:t>
            </a:r>
            <a:r>
              <a:rPr lang="en-GB" sz="1600" b="1" dirty="0">
                <a:solidFill>
                  <a:srgbClr val="000000"/>
                </a:solidFill>
                <a:latin typeface="Consolas" panose="020B0609020204030204" pitchFamily="49" charset="0"/>
              </a:rPr>
              <a:t>;</a:t>
            </a:r>
            <a:br>
              <a:rPr lang="en-GB" sz="1600" b="1" dirty="0">
                <a:solidFill>
                  <a:srgbClr val="000000"/>
                </a:solidFill>
                <a:latin typeface="Consolas" panose="020B0609020204030204" pitchFamily="49" charset="0"/>
              </a:rPr>
            </a:br>
            <a:r>
              <a:rPr lang="en-GB" sz="1600" b="1" dirty="0">
                <a:solidFill>
                  <a:srgbClr val="000000"/>
                </a:solidFill>
                <a:latin typeface="Consolas" panose="020B0609020204030204" pitchFamily="49" charset="0"/>
              </a:rPr>
              <a:t>	     </a:t>
            </a:r>
            <a:r>
              <a:rPr lang="en-GB" sz="1600" b="1" dirty="0">
                <a:solidFill>
                  <a:srgbClr val="7F0055"/>
                </a:solidFill>
                <a:latin typeface="Consolas" panose="020B0609020204030204" pitchFamily="49" charset="0"/>
              </a:rPr>
              <a:t>this.</a:t>
            </a:r>
            <a:r>
              <a:rPr lang="en-GB" sz="1600" b="1" dirty="0">
                <a:solidFill>
                  <a:srgbClr val="0000C0"/>
                </a:solidFill>
                <a:latin typeface="Consolas" panose="020B0609020204030204" pitchFamily="49" charset="0"/>
              </a:rPr>
              <a:t>count++</a:t>
            </a:r>
            <a:r>
              <a:rPr lang="en-GB" sz="1600" b="1" dirty="0">
                <a:solidFill>
                  <a:srgbClr val="000000"/>
                </a:solidFill>
                <a:latin typeface="Consolas" panose="020B0609020204030204" pitchFamily="49" charset="0"/>
              </a:rPr>
              <a:t>;</a:t>
            </a:r>
          </a:p>
          <a:p>
            <a:r>
              <a:rPr lang="en-GB" sz="1600" dirty="0">
                <a:solidFill>
                  <a:srgbClr val="000000"/>
                </a:solidFill>
                <a:latin typeface="Consolas" panose="020B0609020204030204" pitchFamily="49" charset="0"/>
              </a:rPr>
              <a:t>      }</a:t>
            </a:r>
          </a:p>
          <a:p>
            <a:r>
              <a:rPr lang="en-GB" sz="1600" dirty="0">
                <a:solidFill>
                  <a:srgbClr val="000000"/>
                </a:solidFill>
                <a:latin typeface="Consolas" panose="020B0609020204030204" pitchFamily="49" charset="0"/>
              </a:rPr>
              <a:t>}</a:t>
            </a:r>
          </a:p>
        </p:txBody>
      </p:sp>
      <p:sp>
        <p:nvSpPr>
          <p:cNvPr id="6" name="Rectangle 5">
            <a:extLst>
              <a:ext uri="{FF2B5EF4-FFF2-40B4-BE49-F238E27FC236}">
                <a16:creationId xmlns:a16="http://schemas.microsoft.com/office/drawing/2014/main" id="{7CC16A0F-D253-2D7A-C1BA-0BB4D669BCD9}"/>
              </a:ext>
            </a:extLst>
          </p:cNvPr>
          <p:cNvSpPr/>
          <p:nvPr/>
        </p:nvSpPr>
        <p:spPr>
          <a:xfrm>
            <a:off x="6695120" y="4213927"/>
            <a:ext cx="5138541" cy="584775"/>
          </a:xfrm>
          <a:prstGeom prst="rect">
            <a:avLst/>
          </a:prstGeom>
          <a:solidFill>
            <a:srgbClr val="FAFAFA"/>
          </a:solidFill>
          <a:ln w="19050">
            <a:noFill/>
          </a:ln>
          <a:effectLst>
            <a:outerShdw blurRad="50800" dist="38100" algn="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wrap="square">
            <a:spAutoFit/>
          </a:bodyPr>
          <a:lstStyle/>
          <a:p>
            <a:r>
              <a:rPr lang="en-GB" sz="1600" b="1" dirty="0">
                <a:solidFill>
                  <a:srgbClr val="000000"/>
                </a:solidFill>
                <a:latin typeface="Consolas" panose="020B0609020204030204" pitchFamily="49" charset="0"/>
              </a:rPr>
              <a:t>Student </a:t>
            </a:r>
            <a:r>
              <a:rPr lang="en-GB" sz="1600" b="1" dirty="0">
                <a:solidFill>
                  <a:srgbClr val="6A3E3E"/>
                </a:solidFill>
                <a:latin typeface="Consolas" panose="020B0609020204030204" pitchFamily="49" charset="0"/>
              </a:rPr>
              <a:t>stu1</a:t>
            </a:r>
            <a:r>
              <a:rPr lang="en-GB" sz="1600" b="1" dirty="0">
                <a:solidFill>
                  <a:srgbClr val="000000"/>
                </a:solidFill>
                <a:latin typeface="Consolas" panose="020B0609020204030204" pitchFamily="49" charset="0"/>
              </a:rPr>
              <a:t> = </a:t>
            </a:r>
            <a:r>
              <a:rPr lang="en-GB" sz="1600" b="1" dirty="0">
                <a:solidFill>
                  <a:srgbClr val="7F0055"/>
                </a:solidFill>
                <a:latin typeface="Consolas" panose="020B0609020204030204" pitchFamily="49" charset="0"/>
              </a:rPr>
              <a:t>new</a:t>
            </a:r>
            <a:r>
              <a:rPr lang="en-GB" sz="1600" b="1" dirty="0">
                <a:solidFill>
                  <a:srgbClr val="000000"/>
                </a:solidFill>
                <a:latin typeface="Consolas" panose="020B0609020204030204" pitchFamily="49" charset="0"/>
              </a:rPr>
              <a:t> Student(</a:t>
            </a:r>
            <a:r>
              <a:rPr lang="en-GB" sz="1600" b="1" dirty="0">
                <a:solidFill>
                  <a:srgbClr val="2A00FF"/>
                </a:solidFill>
                <a:latin typeface="Consolas" panose="020B0609020204030204" pitchFamily="49" charset="0"/>
              </a:rPr>
              <a:t>"Bob"</a:t>
            </a:r>
            <a:r>
              <a:rPr lang="en-GB" sz="1600" b="1" dirty="0">
                <a:solidFill>
                  <a:srgbClr val="000000"/>
                </a:solidFill>
                <a:latin typeface="Consolas" panose="020B0609020204030204" pitchFamily="49" charset="0"/>
              </a:rPr>
              <a:t>);</a:t>
            </a:r>
          </a:p>
          <a:p>
            <a:r>
              <a:rPr lang="en-GB" sz="1600" b="1" dirty="0">
                <a:solidFill>
                  <a:srgbClr val="000000"/>
                </a:solidFill>
                <a:latin typeface="Consolas" panose="020B0609020204030204" pitchFamily="49" charset="0"/>
              </a:rPr>
              <a:t>Student </a:t>
            </a:r>
            <a:r>
              <a:rPr lang="en-GB" sz="1600" b="1" dirty="0">
                <a:solidFill>
                  <a:srgbClr val="6A3E3E"/>
                </a:solidFill>
                <a:latin typeface="Consolas" panose="020B0609020204030204" pitchFamily="49" charset="0"/>
              </a:rPr>
              <a:t>stu2</a:t>
            </a:r>
            <a:r>
              <a:rPr lang="en-GB" sz="1600" dirty="0">
                <a:solidFill>
                  <a:srgbClr val="000000"/>
                </a:solidFill>
                <a:latin typeface="Consolas" panose="020B0609020204030204" pitchFamily="49" charset="0"/>
              </a:rPr>
              <a:t> = </a:t>
            </a:r>
            <a:r>
              <a:rPr lang="en-GB" sz="1600" b="1" dirty="0">
                <a:solidFill>
                  <a:srgbClr val="7F0055"/>
                </a:solidFill>
                <a:latin typeface="Consolas" panose="020B0609020204030204" pitchFamily="49" charset="0"/>
              </a:rPr>
              <a:t>new</a:t>
            </a:r>
            <a:r>
              <a:rPr lang="en-GB" sz="1600" b="1" dirty="0">
                <a:solidFill>
                  <a:srgbClr val="000000"/>
                </a:solidFill>
                <a:latin typeface="Consolas" panose="020B0609020204030204" pitchFamily="49" charset="0"/>
              </a:rPr>
              <a:t> Student(</a:t>
            </a:r>
            <a:r>
              <a:rPr lang="en-GB" sz="1600" b="1" dirty="0">
                <a:solidFill>
                  <a:srgbClr val="2A00FF"/>
                </a:solidFill>
                <a:latin typeface="Consolas" panose="020B0609020204030204" pitchFamily="49" charset="0"/>
              </a:rPr>
              <a:t>"Amy"</a:t>
            </a:r>
            <a:r>
              <a:rPr lang="en-GB" sz="1600" b="1" dirty="0">
                <a:solidFill>
                  <a:srgbClr val="000000"/>
                </a:solidFill>
                <a:latin typeface="Consolas" panose="020B0609020204030204" pitchFamily="49" charset="0"/>
              </a:rPr>
              <a:t>);</a:t>
            </a:r>
          </a:p>
        </p:txBody>
      </p:sp>
      <p:sp>
        <p:nvSpPr>
          <p:cNvPr id="7" name="Rounded Rectangle 3">
            <a:extLst>
              <a:ext uri="{FF2B5EF4-FFF2-40B4-BE49-F238E27FC236}">
                <a16:creationId xmlns:a16="http://schemas.microsoft.com/office/drawing/2014/main" id="{92DBDCD0-61E3-9FC3-CFB3-EFA393759E39}"/>
              </a:ext>
            </a:extLst>
          </p:cNvPr>
          <p:cNvSpPr/>
          <p:nvPr/>
        </p:nvSpPr>
        <p:spPr>
          <a:xfrm>
            <a:off x="462004" y="2570654"/>
            <a:ext cx="805912" cy="464949"/>
          </a:xfrm>
          <a:prstGeom prst="roundRect">
            <a:avLst/>
          </a:prstGeom>
          <a:ln/>
        </p:spPr>
        <p:style>
          <a:lnRef idx="3">
            <a:schemeClr val="lt1"/>
          </a:lnRef>
          <a:fillRef idx="1">
            <a:schemeClr val="accent1"/>
          </a:fillRef>
          <a:effectRef idx="1">
            <a:schemeClr val="accent1"/>
          </a:effectRef>
          <a:fontRef idx="minor">
            <a:schemeClr val="lt1"/>
          </a:fontRef>
        </p:style>
        <p:txBody>
          <a:bodyPr rtlCol="0" anchor="ctr"/>
          <a:lstStyle/>
          <a:p>
            <a:pPr algn="ctr"/>
            <a:r>
              <a:rPr lang="en-GB" b="1" dirty="0">
                <a:solidFill>
                  <a:schemeClr val="tx1"/>
                </a:solidFill>
                <a:cs typeface="Arial" pitchFamily="34" charset="0"/>
              </a:rPr>
              <a:t>stu1</a:t>
            </a:r>
            <a:endParaRPr lang="en-GB" sz="1600" b="1" dirty="0">
              <a:solidFill>
                <a:schemeClr val="tx1"/>
              </a:solidFill>
              <a:cs typeface="Arial" pitchFamily="34" charset="0"/>
            </a:endParaRPr>
          </a:p>
        </p:txBody>
      </p:sp>
      <p:cxnSp>
        <p:nvCxnSpPr>
          <p:cNvPr id="8" name="Straight Arrow Connector 7">
            <a:extLst>
              <a:ext uri="{FF2B5EF4-FFF2-40B4-BE49-F238E27FC236}">
                <a16:creationId xmlns:a16="http://schemas.microsoft.com/office/drawing/2014/main" id="{B6A70EAA-BB26-0ADB-B2F8-DB5B1094D9DE}"/>
              </a:ext>
            </a:extLst>
          </p:cNvPr>
          <p:cNvCxnSpPr>
            <a:cxnSpLocks/>
            <a:stCxn id="7" idx="3"/>
          </p:cNvCxnSpPr>
          <p:nvPr/>
        </p:nvCxnSpPr>
        <p:spPr>
          <a:xfrm flipV="1">
            <a:off x="1267916" y="2803127"/>
            <a:ext cx="948419" cy="2"/>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9" name="Rounded Rectangle 12">
            <a:extLst>
              <a:ext uri="{FF2B5EF4-FFF2-40B4-BE49-F238E27FC236}">
                <a16:creationId xmlns:a16="http://schemas.microsoft.com/office/drawing/2014/main" id="{662E2FB4-3581-AD5B-510C-ACA52B7E55BC}"/>
              </a:ext>
            </a:extLst>
          </p:cNvPr>
          <p:cNvSpPr/>
          <p:nvPr/>
        </p:nvSpPr>
        <p:spPr>
          <a:xfrm>
            <a:off x="443922" y="4629347"/>
            <a:ext cx="805912" cy="464949"/>
          </a:xfrm>
          <a:prstGeom prst="roundRect">
            <a:avLst/>
          </a:prstGeom>
          <a:ln/>
        </p:spPr>
        <p:style>
          <a:lnRef idx="3">
            <a:schemeClr val="lt1"/>
          </a:lnRef>
          <a:fillRef idx="1">
            <a:schemeClr val="accent1"/>
          </a:fillRef>
          <a:effectRef idx="1">
            <a:schemeClr val="accent1"/>
          </a:effectRef>
          <a:fontRef idx="minor">
            <a:schemeClr val="lt1"/>
          </a:fontRef>
        </p:style>
        <p:txBody>
          <a:bodyPr rtlCol="0" anchor="ctr"/>
          <a:lstStyle/>
          <a:p>
            <a:pPr algn="ctr"/>
            <a:r>
              <a:rPr lang="en-GB" b="1" dirty="0">
                <a:solidFill>
                  <a:schemeClr val="tx1"/>
                </a:solidFill>
                <a:cs typeface="Arial" pitchFamily="34" charset="0"/>
              </a:rPr>
              <a:t>stu2</a:t>
            </a:r>
            <a:endParaRPr lang="en-GB" sz="1600" b="1" dirty="0">
              <a:solidFill>
                <a:schemeClr val="tx1"/>
              </a:solidFill>
              <a:cs typeface="Arial" pitchFamily="34" charset="0"/>
            </a:endParaRPr>
          </a:p>
        </p:txBody>
      </p:sp>
      <p:cxnSp>
        <p:nvCxnSpPr>
          <p:cNvPr id="10" name="Straight Arrow Connector 9">
            <a:extLst>
              <a:ext uri="{FF2B5EF4-FFF2-40B4-BE49-F238E27FC236}">
                <a16:creationId xmlns:a16="http://schemas.microsoft.com/office/drawing/2014/main" id="{DC8529AF-1848-2A97-706B-3EC58CDC9A33}"/>
              </a:ext>
            </a:extLst>
          </p:cNvPr>
          <p:cNvCxnSpPr>
            <a:cxnSpLocks/>
            <a:stCxn id="9" idx="3"/>
          </p:cNvCxnSpPr>
          <p:nvPr/>
        </p:nvCxnSpPr>
        <p:spPr>
          <a:xfrm flipV="1">
            <a:off x="1249834" y="4855364"/>
            <a:ext cx="966501" cy="6458"/>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11" name="Straight Connector 10">
            <a:extLst>
              <a:ext uri="{FF2B5EF4-FFF2-40B4-BE49-F238E27FC236}">
                <a16:creationId xmlns:a16="http://schemas.microsoft.com/office/drawing/2014/main" id="{8B9D9087-355C-F069-0173-74107A67A20F}"/>
              </a:ext>
            </a:extLst>
          </p:cNvPr>
          <p:cNvCxnSpPr>
            <a:cxnSpLocks/>
            <a:endCxn id="14" idx="1"/>
          </p:cNvCxnSpPr>
          <p:nvPr/>
        </p:nvCxnSpPr>
        <p:spPr>
          <a:xfrm>
            <a:off x="4494254" y="2803127"/>
            <a:ext cx="109414" cy="457217"/>
          </a:xfrm>
          <a:prstGeom prst="line">
            <a:avLst/>
          </a:prstGeom>
          <a:ln w="38100">
            <a:prstDash val="sysDash"/>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952D728A-0FA9-6BF9-14DF-2DE7833733AD}"/>
              </a:ext>
            </a:extLst>
          </p:cNvPr>
          <p:cNvCxnSpPr>
            <a:cxnSpLocks/>
          </p:cNvCxnSpPr>
          <p:nvPr/>
        </p:nvCxnSpPr>
        <p:spPr>
          <a:xfrm>
            <a:off x="4494253" y="4855364"/>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64D4967-4BAD-7402-F2BC-3082B3E9B773}"/>
              </a:ext>
            </a:extLst>
          </p:cNvPr>
          <p:cNvCxnSpPr>
            <a:cxnSpLocks/>
            <a:endCxn id="14" idx="3"/>
          </p:cNvCxnSpPr>
          <p:nvPr/>
        </p:nvCxnSpPr>
        <p:spPr>
          <a:xfrm flipV="1">
            <a:off x="4494253" y="4202478"/>
            <a:ext cx="109415" cy="652886"/>
          </a:xfrm>
          <a:prstGeom prst="line">
            <a:avLst/>
          </a:prstGeom>
          <a:ln w="38100">
            <a:prstDash val="sysDash"/>
          </a:ln>
        </p:spPr>
        <p:style>
          <a:lnRef idx="1">
            <a:schemeClr val="accent1"/>
          </a:lnRef>
          <a:fillRef idx="0">
            <a:schemeClr val="accent1"/>
          </a:fillRef>
          <a:effectRef idx="0">
            <a:schemeClr val="accent1"/>
          </a:effectRef>
          <a:fontRef idx="minor">
            <a:schemeClr val="tx1"/>
          </a:fontRef>
        </p:style>
      </p:cxnSp>
      <p:sp>
        <p:nvSpPr>
          <p:cNvPr id="14" name="Oval 13">
            <a:extLst>
              <a:ext uri="{FF2B5EF4-FFF2-40B4-BE49-F238E27FC236}">
                <a16:creationId xmlns:a16="http://schemas.microsoft.com/office/drawing/2014/main" id="{CE2CAA8D-1589-C3D3-CEBA-E4EA39D97D4A}"/>
              </a:ext>
            </a:extLst>
          </p:cNvPr>
          <p:cNvSpPr/>
          <p:nvPr/>
        </p:nvSpPr>
        <p:spPr>
          <a:xfrm>
            <a:off x="4301213" y="3065222"/>
            <a:ext cx="2065293" cy="1332378"/>
          </a:xfrm>
          <a:prstGeom prst="ellipse">
            <a:avLst/>
          </a:prstGeom>
          <a:ln/>
        </p:spPr>
        <p:style>
          <a:lnRef idx="2">
            <a:schemeClr val="accent1"/>
          </a:lnRef>
          <a:fillRef idx="1">
            <a:schemeClr val="lt1"/>
          </a:fillRef>
          <a:effectRef idx="0">
            <a:schemeClr val="accent1"/>
          </a:effectRef>
          <a:fontRef idx="minor">
            <a:schemeClr val="dk1"/>
          </a:fontRef>
        </p:style>
        <p:txBody>
          <a:bodyPr rtlCol="0" anchor="ctr"/>
          <a:lstStyle/>
          <a:p>
            <a:pPr algn="ctr"/>
            <a:r>
              <a:rPr lang="en-GB" sz="1600" b="1" dirty="0">
                <a:solidFill>
                  <a:schemeClr val="tx1"/>
                </a:solidFill>
                <a:latin typeface="Consolas" panose="020B0609020204030204" pitchFamily="49" charset="0"/>
              </a:rPr>
              <a:t>Student </a:t>
            </a:r>
            <a:br>
              <a:rPr lang="en-GB" sz="1600" b="1" dirty="0">
                <a:solidFill>
                  <a:schemeClr val="tx1"/>
                </a:solidFill>
                <a:latin typeface="Consolas" panose="020B0609020204030204" pitchFamily="49" charset="0"/>
              </a:rPr>
            </a:br>
            <a:r>
              <a:rPr lang="en-GB" sz="1600" b="1" dirty="0">
                <a:solidFill>
                  <a:schemeClr val="tx1"/>
                </a:solidFill>
                <a:latin typeface="Consolas" panose="020B0609020204030204" pitchFamily="49" charset="0"/>
              </a:rPr>
              <a:t>Class member</a:t>
            </a:r>
          </a:p>
          <a:p>
            <a:pPr algn="ctr"/>
            <a:r>
              <a:rPr lang="en-GB" sz="2000" b="1" dirty="0">
                <a:solidFill>
                  <a:srgbClr val="0000C0"/>
                </a:solidFill>
                <a:latin typeface="Consolas" panose="020B0609020204030204" pitchFamily="49" charset="0"/>
              </a:rPr>
              <a:t>count</a:t>
            </a:r>
            <a:r>
              <a:rPr lang="en-GB" b="1" dirty="0">
                <a:solidFill>
                  <a:srgbClr val="0000C0"/>
                </a:solidFill>
                <a:latin typeface="Consolas" panose="020B0609020204030204" pitchFamily="49" charset="0"/>
              </a:rPr>
              <a:t>=</a:t>
            </a:r>
            <a:r>
              <a:rPr lang="en-GB" b="1" dirty="0">
                <a:solidFill>
                  <a:schemeClr val="tx1"/>
                </a:solidFill>
                <a:cs typeface="Arial" pitchFamily="34" charset="0"/>
              </a:rPr>
              <a:t>2</a:t>
            </a:r>
          </a:p>
        </p:txBody>
      </p:sp>
      <p:sp>
        <p:nvSpPr>
          <p:cNvPr id="15" name="Arrow: Right 14">
            <a:extLst>
              <a:ext uri="{FF2B5EF4-FFF2-40B4-BE49-F238E27FC236}">
                <a16:creationId xmlns:a16="http://schemas.microsoft.com/office/drawing/2014/main" id="{D20F3CD0-FEBF-B8DD-61F7-50B0378CA8E4}"/>
              </a:ext>
            </a:extLst>
          </p:cNvPr>
          <p:cNvSpPr/>
          <p:nvPr/>
        </p:nvSpPr>
        <p:spPr>
          <a:xfrm>
            <a:off x="6771403" y="2017482"/>
            <a:ext cx="356140" cy="259982"/>
          </a:xfrm>
          <a:prstGeom prst="rightArrow">
            <a:avLst/>
          </a:prstGeom>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en-GB" dirty="0"/>
          </a:p>
        </p:txBody>
      </p:sp>
      <p:sp>
        <p:nvSpPr>
          <p:cNvPr id="16" name="Oval 15">
            <a:extLst>
              <a:ext uri="{FF2B5EF4-FFF2-40B4-BE49-F238E27FC236}">
                <a16:creationId xmlns:a16="http://schemas.microsoft.com/office/drawing/2014/main" id="{B829C839-48CC-3D01-DA44-7C467317CA4C}"/>
              </a:ext>
            </a:extLst>
          </p:cNvPr>
          <p:cNvSpPr/>
          <p:nvPr/>
        </p:nvSpPr>
        <p:spPr>
          <a:xfrm>
            <a:off x="2196003" y="2020618"/>
            <a:ext cx="2277918" cy="1548058"/>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GB" sz="2000" b="1" dirty="0">
                <a:solidFill>
                  <a:srgbClr val="0000C0"/>
                </a:solidFill>
                <a:latin typeface="Consolas" panose="020B0609020204030204" pitchFamily="49" charset="0"/>
              </a:rPr>
              <a:t>name=</a:t>
            </a:r>
            <a:r>
              <a:rPr lang="en-GB" sz="1600" b="1" dirty="0">
                <a:solidFill>
                  <a:schemeClr val="tx1"/>
                </a:solidFill>
                <a:latin typeface="Consolas" panose="020B0609020204030204" pitchFamily="49" charset="0"/>
                <a:cs typeface="Arial" pitchFamily="34" charset="0"/>
              </a:rPr>
              <a:t>"</a:t>
            </a:r>
            <a:r>
              <a:rPr lang="en-GB" sz="1600" b="1" dirty="0">
                <a:solidFill>
                  <a:schemeClr val="tx1"/>
                </a:solidFill>
                <a:cs typeface="Arial" pitchFamily="34" charset="0"/>
              </a:rPr>
              <a:t>Bob"</a:t>
            </a:r>
          </a:p>
        </p:txBody>
      </p:sp>
      <p:sp>
        <p:nvSpPr>
          <p:cNvPr id="17" name="Oval 16">
            <a:extLst>
              <a:ext uri="{FF2B5EF4-FFF2-40B4-BE49-F238E27FC236}">
                <a16:creationId xmlns:a16="http://schemas.microsoft.com/office/drawing/2014/main" id="{A0557BD8-55F4-BD62-C3CD-CA613FF0BBCE}"/>
              </a:ext>
            </a:extLst>
          </p:cNvPr>
          <p:cNvSpPr/>
          <p:nvPr/>
        </p:nvSpPr>
        <p:spPr>
          <a:xfrm>
            <a:off x="2185843" y="4093258"/>
            <a:ext cx="2277918" cy="1548058"/>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GB" sz="2000" b="1" dirty="0">
                <a:solidFill>
                  <a:srgbClr val="0000C0"/>
                </a:solidFill>
                <a:latin typeface="Consolas" panose="020B0609020204030204" pitchFamily="49" charset="0"/>
              </a:rPr>
              <a:t>name=</a:t>
            </a:r>
            <a:r>
              <a:rPr lang="en-GB" sz="1600" b="1" dirty="0">
                <a:solidFill>
                  <a:schemeClr val="tx1"/>
                </a:solidFill>
                <a:latin typeface="Consolas" panose="020B0609020204030204" pitchFamily="49" charset="0"/>
                <a:cs typeface="Arial" pitchFamily="34" charset="0"/>
              </a:rPr>
              <a:t>"Amy</a:t>
            </a:r>
            <a:r>
              <a:rPr lang="en-GB" sz="1600" b="1" dirty="0">
                <a:solidFill>
                  <a:schemeClr val="tx1"/>
                </a:solidFill>
                <a:cs typeface="Arial" pitchFamily="34" charset="0"/>
              </a:rPr>
              <a:t>"</a:t>
            </a:r>
          </a:p>
        </p:txBody>
      </p:sp>
      <p:sp>
        <p:nvSpPr>
          <p:cNvPr id="18" name="TextBox 17">
            <a:extLst>
              <a:ext uri="{FF2B5EF4-FFF2-40B4-BE49-F238E27FC236}">
                <a16:creationId xmlns:a16="http://schemas.microsoft.com/office/drawing/2014/main" id="{CC06297C-BEA4-E2E1-AC30-429B73EA27C1}"/>
              </a:ext>
            </a:extLst>
          </p:cNvPr>
          <p:cNvSpPr txBox="1"/>
          <p:nvPr/>
        </p:nvSpPr>
        <p:spPr>
          <a:xfrm>
            <a:off x="6823704" y="5360514"/>
            <a:ext cx="4999791" cy="400110"/>
          </a:xfrm>
          <a:prstGeom prst="rect">
            <a:avLst/>
          </a:prstGeom>
          <a:noFill/>
        </p:spPr>
        <p:txBody>
          <a:bodyPr wrap="square">
            <a:spAutoFit/>
          </a:bodyPr>
          <a:lstStyle/>
          <a:p>
            <a:r>
              <a:rPr lang="en-GB" sz="1800" dirty="0">
                <a:solidFill>
                  <a:srgbClr val="0000FF"/>
                </a:solidFill>
                <a:latin typeface="Consolas" panose="020B0609020204030204" pitchFamily="49" charset="0"/>
              </a:rPr>
              <a:t>int</a:t>
            </a:r>
            <a:r>
              <a:rPr lang="en-GB" sz="1800" dirty="0">
                <a:solidFill>
                  <a:srgbClr val="000000"/>
                </a:solidFill>
                <a:latin typeface="Consolas" panose="020B0609020204030204" pitchFamily="49" charset="0"/>
              </a:rPr>
              <a:t> total = </a:t>
            </a:r>
            <a:r>
              <a:rPr lang="en-GB" sz="2000" b="1" dirty="0">
                <a:solidFill>
                  <a:srgbClr val="000000"/>
                </a:solidFill>
                <a:latin typeface="Consolas" panose="020B0609020204030204" pitchFamily="49" charset="0"/>
              </a:rPr>
              <a:t>Student.count;</a:t>
            </a:r>
            <a:endParaRPr lang="en-GB" sz="1800" b="1" dirty="0">
              <a:solidFill>
                <a:srgbClr val="000000"/>
              </a:solidFill>
              <a:latin typeface="Consolas" panose="020B0609020204030204" pitchFamily="49" charset="0"/>
            </a:endParaRPr>
          </a:p>
        </p:txBody>
      </p:sp>
    </p:spTree>
    <p:extLst>
      <p:ext uri="{BB962C8B-B14F-4D97-AF65-F5344CB8AC3E}">
        <p14:creationId xmlns:p14="http://schemas.microsoft.com/office/powerpoint/2010/main" val="25860813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BE49A4-66F9-3890-EBFF-E7CBD21687D8}"/>
              </a:ext>
            </a:extLst>
          </p:cNvPr>
          <p:cNvSpPr>
            <a:spLocks noGrp="1"/>
          </p:cNvSpPr>
          <p:nvPr>
            <p:ph type="ctrTitle"/>
          </p:nvPr>
        </p:nvSpPr>
        <p:spPr/>
        <p:txBody>
          <a:bodyPr/>
          <a:lstStyle/>
          <a:p>
            <a:r>
              <a:rPr lang="en-GB" dirty="0"/>
              <a:t>Static – A few framework classes with static methods</a:t>
            </a:r>
          </a:p>
        </p:txBody>
      </p:sp>
      <p:sp>
        <p:nvSpPr>
          <p:cNvPr id="4" name="Slide Number Placeholder 3">
            <a:extLst>
              <a:ext uri="{FF2B5EF4-FFF2-40B4-BE49-F238E27FC236}">
                <a16:creationId xmlns:a16="http://schemas.microsoft.com/office/drawing/2014/main" id="{234543EF-FA9A-C274-6FB8-3187BA5DC936}"/>
              </a:ext>
            </a:extLst>
          </p:cNvPr>
          <p:cNvSpPr>
            <a:spLocks noGrp="1"/>
          </p:cNvSpPr>
          <p:nvPr>
            <p:ph type="sldNum" sz="quarter" idx="12"/>
          </p:nvPr>
        </p:nvSpPr>
        <p:spPr/>
        <p:txBody>
          <a:bodyPr/>
          <a:lstStyle/>
          <a:p>
            <a:fld id="{F3469444-D02B-D446-9CF8-19DEDDE073D1}" type="slidenum">
              <a:rPr lang="en-US" smtClean="0"/>
              <a:pPr/>
              <a:t>5</a:t>
            </a:fld>
            <a:endParaRPr lang="en-US" dirty="0"/>
          </a:p>
        </p:txBody>
      </p:sp>
      <p:sp>
        <p:nvSpPr>
          <p:cNvPr id="5" name="Rectangle 6">
            <a:extLst>
              <a:ext uri="{FF2B5EF4-FFF2-40B4-BE49-F238E27FC236}">
                <a16:creationId xmlns:a16="http://schemas.microsoft.com/office/drawing/2014/main" id="{1AB0DE77-5A80-09D5-8A96-49023B652E8F}"/>
              </a:ext>
            </a:extLst>
          </p:cNvPr>
          <p:cNvSpPr>
            <a:spLocks noChangeArrowheads="1"/>
          </p:cNvSpPr>
          <p:nvPr/>
        </p:nvSpPr>
        <p:spPr bwMode="auto">
          <a:xfrm>
            <a:off x="5890873" y="4285697"/>
            <a:ext cx="4149617" cy="920765"/>
          </a:xfrm>
          <a:prstGeom prst="rect">
            <a:avLst/>
          </a:prstGeom>
          <a:solidFill>
            <a:srgbClr val="FAFAFA"/>
          </a:solidFill>
          <a:ln w="19050">
            <a:noFill/>
            <a:miter lim="800000"/>
            <a:headEnd/>
            <a:tailEnd/>
          </a:ln>
          <a:effectLst>
            <a:outerShdw blurRad="50800" dist="38100" algn="l" rotWithShape="0">
              <a:prstClr val="black">
                <a:alpha val="40000"/>
              </a:prstClr>
            </a:outerShdw>
          </a:effectLst>
        </p:spPr>
        <p:txBody>
          <a:bodyPr wrap="square" lIns="90488" tIns="44450" rIns="90488" bIns="44450">
            <a:spAutoFit/>
          </a:bodyPr>
          <a:lstStyle/>
          <a:p>
            <a:pPr defTabSz="739775" eaLnBrk="0" hangingPunct="0">
              <a:defRPr/>
            </a:pPr>
            <a:r>
              <a:rPr lang="en-GB" dirty="0">
                <a:solidFill>
                  <a:srgbClr val="000000"/>
                </a:solidFill>
                <a:latin typeface="Consolas" panose="020B0609020204030204" pitchFamily="49" charset="0"/>
              </a:rPr>
              <a:t>Math m = </a:t>
            </a:r>
            <a:r>
              <a:rPr lang="en-GB" dirty="0">
                <a:solidFill>
                  <a:srgbClr val="0000C8"/>
                </a:solidFill>
                <a:latin typeface="Consolas" panose="020B0609020204030204" pitchFamily="49" charset="0"/>
              </a:rPr>
              <a:t>new</a:t>
            </a:r>
            <a:r>
              <a:rPr lang="en-GB" dirty="0">
                <a:solidFill>
                  <a:srgbClr val="000000"/>
                </a:solidFill>
                <a:latin typeface="Consolas" panose="020B0609020204030204" pitchFamily="49" charset="0"/>
              </a:rPr>
              <a:t> Math();</a:t>
            </a:r>
          </a:p>
          <a:p>
            <a:pPr defTabSz="739775" eaLnBrk="0" hangingPunct="0">
              <a:defRPr/>
            </a:pPr>
            <a:endParaRPr lang="en-GB" dirty="0">
              <a:solidFill>
                <a:srgbClr val="000000"/>
              </a:solidFill>
              <a:latin typeface="Consolas" panose="020B0609020204030204" pitchFamily="49" charset="0"/>
            </a:endParaRPr>
          </a:p>
          <a:p>
            <a:pPr defTabSz="739775" eaLnBrk="0" hangingPunct="0">
              <a:defRPr/>
            </a:pPr>
            <a:r>
              <a:rPr lang="en-GB" dirty="0">
                <a:solidFill>
                  <a:srgbClr val="000000"/>
                </a:solidFill>
                <a:latin typeface="Consolas" panose="020B0609020204030204" pitchFamily="49" charset="0"/>
              </a:rPr>
              <a:t>m.sqrt(25.6);</a:t>
            </a:r>
          </a:p>
        </p:txBody>
      </p:sp>
      <p:sp>
        <p:nvSpPr>
          <p:cNvPr id="6" name="Content Placeholder 2">
            <a:extLst>
              <a:ext uri="{FF2B5EF4-FFF2-40B4-BE49-F238E27FC236}">
                <a16:creationId xmlns:a16="http://schemas.microsoft.com/office/drawing/2014/main" id="{BEA6A67B-46DC-FE80-1B68-2E232F98B6B2}"/>
              </a:ext>
            </a:extLst>
          </p:cNvPr>
          <p:cNvSpPr txBox="1">
            <a:spLocks/>
          </p:cNvSpPr>
          <p:nvPr/>
        </p:nvSpPr>
        <p:spPr>
          <a:xfrm>
            <a:off x="1083692" y="1733108"/>
            <a:ext cx="9916329" cy="1456223"/>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vert="horz" lIns="0" tIns="0" rIns="0" bIns="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GB" b="1" dirty="0"/>
              <a:t>Static means ‘belongs to the class, not to an instance of the class’.</a:t>
            </a:r>
          </a:p>
          <a:p>
            <a:pPr marL="0" indent="0" algn="ctr">
              <a:buNone/>
            </a:pPr>
            <a:r>
              <a:rPr lang="en-GB" dirty="0"/>
              <a:t>Static members visible via the </a:t>
            </a:r>
            <a:r>
              <a:rPr lang="en-GB" b="1" dirty="0"/>
              <a:t>class name</a:t>
            </a:r>
            <a:r>
              <a:rPr lang="en-GB" dirty="0"/>
              <a:t>. </a:t>
            </a:r>
          </a:p>
          <a:p>
            <a:pPr marL="0" indent="0" algn="ctr">
              <a:buNone/>
            </a:pPr>
            <a:r>
              <a:rPr lang="en-GB" dirty="0"/>
              <a:t>There’s no need to create an instant.</a:t>
            </a:r>
          </a:p>
        </p:txBody>
      </p:sp>
      <p:sp>
        <p:nvSpPr>
          <p:cNvPr id="7" name="Rectangle 6">
            <a:extLst>
              <a:ext uri="{FF2B5EF4-FFF2-40B4-BE49-F238E27FC236}">
                <a16:creationId xmlns:a16="http://schemas.microsoft.com/office/drawing/2014/main" id="{78C0A8D0-06E0-6FA6-1AE0-6D0476F96C2B}"/>
              </a:ext>
            </a:extLst>
          </p:cNvPr>
          <p:cNvSpPr>
            <a:spLocks noChangeArrowheads="1"/>
          </p:cNvSpPr>
          <p:nvPr/>
        </p:nvSpPr>
        <p:spPr bwMode="auto">
          <a:xfrm>
            <a:off x="1738706" y="4285697"/>
            <a:ext cx="3956048" cy="920765"/>
          </a:xfrm>
          <a:prstGeom prst="rect">
            <a:avLst/>
          </a:prstGeom>
          <a:solidFill>
            <a:srgbClr val="FAFAFA"/>
          </a:solidFill>
          <a:ln w="19050">
            <a:noFill/>
            <a:miter lim="800000"/>
            <a:headEnd/>
            <a:tailEnd/>
          </a:ln>
          <a:effectLst>
            <a:outerShdw blurRad="50800" dist="38100" algn="l" rotWithShape="0">
              <a:prstClr val="black">
                <a:alpha val="40000"/>
              </a:prstClr>
            </a:outerShdw>
          </a:effectLst>
        </p:spPr>
        <p:txBody>
          <a:bodyPr wrap="square" lIns="90488" tIns="44450" rIns="90488" bIns="44450">
            <a:spAutoFit/>
          </a:bodyPr>
          <a:lstStyle/>
          <a:p>
            <a:pPr defTabSz="739775" eaLnBrk="0" hangingPunct="0">
              <a:defRPr/>
            </a:pPr>
            <a:r>
              <a:rPr lang="en-GB" dirty="0">
                <a:solidFill>
                  <a:srgbClr val="000000"/>
                </a:solidFill>
                <a:latin typeface="Consolas" panose="020B0609020204030204" pitchFamily="49" charset="0"/>
              </a:rPr>
              <a:t>System s = </a:t>
            </a:r>
            <a:r>
              <a:rPr lang="en-GB" dirty="0">
                <a:solidFill>
                  <a:srgbClr val="0000C8"/>
                </a:solidFill>
                <a:latin typeface="Consolas" panose="020B0609020204030204" pitchFamily="49" charset="0"/>
              </a:rPr>
              <a:t>new</a:t>
            </a:r>
            <a:r>
              <a:rPr lang="en-GB" dirty="0">
                <a:solidFill>
                  <a:srgbClr val="000000"/>
                </a:solidFill>
                <a:latin typeface="Consolas" panose="020B0609020204030204" pitchFamily="49" charset="0"/>
              </a:rPr>
              <a:t> System();</a:t>
            </a:r>
            <a:endParaRPr lang="en-GB" dirty="0">
              <a:solidFill>
                <a:srgbClr val="008000"/>
              </a:solidFill>
              <a:latin typeface="Consolas" panose="020B0609020204030204" pitchFamily="49" charset="0"/>
            </a:endParaRPr>
          </a:p>
          <a:p>
            <a:pPr defTabSz="739775" eaLnBrk="0" hangingPunct="0">
              <a:defRPr/>
            </a:pPr>
            <a:endParaRPr lang="en-GB" dirty="0">
              <a:solidFill>
                <a:srgbClr val="000000"/>
              </a:solidFill>
              <a:latin typeface="Consolas" panose="020B0609020204030204" pitchFamily="49" charset="0"/>
            </a:endParaRPr>
          </a:p>
          <a:p>
            <a:pPr defTabSz="739775" eaLnBrk="0" hangingPunct="0">
              <a:defRPr/>
            </a:pPr>
            <a:r>
              <a:rPr lang="en-GB" dirty="0">
                <a:solidFill>
                  <a:srgbClr val="000000"/>
                </a:solidFill>
                <a:latin typeface="Consolas" panose="020B0609020204030204" pitchFamily="49" charset="0"/>
              </a:rPr>
              <a:t>s.out.println();</a:t>
            </a:r>
          </a:p>
        </p:txBody>
      </p:sp>
      <p:sp>
        <p:nvSpPr>
          <p:cNvPr id="8" name="Rectangle 21">
            <a:extLst>
              <a:ext uri="{FF2B5EF4-FFF2-40B4-BE49-F238E27FC236}">
                <a16:creationId xmlns:a16="http://schemas.microsoft.com/office/drawing/2014/main" id="{56691770-2AEC-573E-8470-43588A676090}"/>
              </a:ext>
            </a:extLst>
          </p:cNvPr>
          <p:cNvSpPr>
            <a:spLocks noChangeArrowheads="1"/>
          </p:cNvSpPr>
          <p:nvPr/>
        </p:nvSpPr>
        <p:spPr bwMode="auto">
          <a:xfrm>
            <a:off x="9275157" y="4423770"/>
            <a:ext cx="476250" cy="698500"/>
          </a:xfrm>
          <a:prstGeom prst="rect">
            <a:avLst/>
          </a:prstGeom>
          <a:noFill/>
          <a:ln w="12700">
            <a:noFill/>
            <a:miter lim="800000"/>
            <a:headEnd/>
            <a:tailEnd/>
          </a:ln>
          <a:effectLst/>
        </p:spPr>
        <p:txBody>
          <a:bodyPr lIns="90488" tIns="44450" rIns="90488" bIns="44450">
            <a:spAutoFit/>
          </a:bodyPr>
          <a:lstStyle/>
          <a:p>
            <a:pPr defTabSz="739775" eaLnBrk="0" hangingPunct="0">
              <a:defRPr/>
            </a:pPr>
            <a:r>
              <a:rPr lang="en-US" sz="4000" dirty="0">
                <a:solidFill>
                  <a:srgbClr val="FF3300"/>
                </a:solidFill>
                <a:latin typeface="Wingdings" pitchFamily="2" charset="2"/>
              </a:rPr>
              <a:t></a:t>
            </a:r>
          </a:p>
        </p:txBody>
      </p:sp>
      <p:sp>
        <p:nvSpPr>
          <p:cNvPr id="9" name="Rectangle 21">
            <a:extLst>
              <a:ext uri="{FF2B5EF4-FFF2-40B4-BE49-F238E27FC236}">
                <a16:creationId xmlns:a16="http://schemas.microsoft.com/office/drawing/2014/main" id="{929B775A-4B15-941B-32B7-61C0EE1A17ED}"/>
              </a:ext>
            </a:extLst>
          </p:cNvPr>
          <p:cNvSpPr>
            <a:spLocks noChangeArrowheads="1"/>
          </p:cNvSpPr>
          <p:nvPr/>
        </p:nvSpPr>
        <p:spPr bwMode="auto">
          <a:xfrm>
            <a:off x="5146216" y="4412989"/>
            <a:ext cx="476250" cy="705321"/>
          </a:xfrm>
          <a:prstGeom prst="rect">
            <a:avLst/>
          </a:prstGeom>
          <a:noFill/>
          <a:ln w="12700">
            <a:noFill/>
            <a:miter lim="800000"/>
            <a:headEnd/>
            <a:tailEnd/>
          </a:ln>
          <a:effectLst/>
        </p:spPr>
        <p:txBody>
          <a:bodyPr lIns="90488" tIns="44450" rIns="90488" bIns="44450">
            <a:spAutoFit/>
          </a:bodyPr>
          <a:lstStyle/>
          <a:p>
            <a:pPr defTabSz="739775" eaLnBrk="0" hangingPunct="0">
              <a:defRPr/>
            </a:pPr>
            <a:r>
              <a:rPr lang="en-US" sz="4000" dirty="0">
                <a:solidFill>
                  <a:srgbClr val="FF3300"/>
                </a:solidFill>
                <a:latin typeface="Wingdings" pitchFamily="2" charset="2"/>
              </a:rPr>
              <a:t></a:t>
            </a:r>
          </a:p>
        </p:txBody>
      </p:sp>
      <p:sp>
        <p:nvSpPr>
          <p:cNvPr id="10" name="Rectangle 6">
            <a:extLst>
              <a:ext uri="{FF2B5EF4-FFF2-40B4-BE49-F238E27FC236}">
                <a16:creationId xmlns:a16="http://schemas.microsoft.com/office/drawing/2014/main" id="{26ED779D-2164-34EB-8ED4-FEC3A88D4704}"/>
              </a:ext>
            </a:extLst>
          </p:cNvPr>
          <p:cNvSpPr>
            <a:spLocks noChangeArrowheads="1"/>
          </p:cNvSpPr>
          <p:nvPr/>
        </p:nvSpPr>
        <p:spPr bwMode="auto">
          <a:xfrm>
            <a:off x="1738706" y="3647175"/>
            <a:ext cx="3956048" cy="366767"/>
          </a:xfrm>
          <a:prstGeom prst="rect">
            <a:avLst/>
          </a:prstGeom>
          <a:solidFill>
            <a:schemeClr val="bg1"/>
          </a:solidFill>
          <a:ln w="19050">
            <a:noFill/>
            <a:miter lim="800000"/>
            <a:headEnd/>
            <a:tailEnd/>
          </a:ln>
          <a:effectLst>
            <a:outerShdw blurRad="50800" dist="38100" algn="l" rotWithShape="0">
              <a:prstClr val="black">
                <a:alpha val="40000"/>
              </a:prstClr>
            </a:outerShdw>
            <a:softEdge rad="12700"/>
          </a:effectLst>
        </p:spPr>
        <p:txBody>
          <a:bodyPr wrap="square" lIns="90488" tIns="44450" rIns="90488" bIns="44450">
            <a:spAutoFit/>
          </a:bodyPr>
          <a:lstStyle/>
          <a:p>
            <a:pPr defTabSz="739775" eaLnBrk="0" hangingPunct="0">
              <a:defRPr/>
            </a:pPr>
            <a:r>
              <a:rPr lang="en-GB" b="1" dirty="0">
                <a:solidFill>
                  <a:srgbClr val="000000"/>
                </a:solidFill>
                <a:latin typeface="Consolas" panose="020B0609020204030204" pitchFamily="49" charset="0"/>
              </a:rPr>
              <a:t>System.out.println("OK");</a:t>
            </a:r>
          </a:p>
        </p:txBody>
      </p:sp>
      <p:sp>
        <p:nvSpPr>
          <p:cNvPr id="11" name="Rectangle 6">
            <a:extLst>
              <a:ext uri="{FF2B5EF4-FFF2-40B4-BE49-F238E27FC236}">
                <a16:creationId xmlns:a16="http://schemas.microsoft.com/office/drawing/2014/main" id="{17266ED6-33B8-ADF6-59B6-37CB11581F9B}"/>
              </a:ext>
            </a:extLst>
          </p:cNvPr>
          <p:cNvSpPr>
            <a:spLocks noChangeArrowheads="1"/>
          </p:cNvSpPr>
          <p:nvPr/>
        </p:nvSpPr>
        <p:spPr bwMode="auto">
          <a:xfrm>
            <a:off x="5890873" y="3647175"/>
            <a:ext cx="4149617" cy="366767"/>
          </a:xfrm>
          <a:prstGeom prst="rect">
            <a:avLst/>
          </a:prstGeom>
          <a:solidFill>
            <a:schemeClr val="bg1"/>
          </a:solidFill>
          <a:ln w="19050">
            <a:noFill/>
            <a:miter lim="800000"/>
            <a:headEnd/>
            <a:tailEnd/>
          </a:ln>
          <a:effectLst>
            <a:outerShdw blurRad="50800" dist="38100" algn="l" rotWithShape="0">
              <a:prstClr val="black">
                <a:alpha val="40000"/>
              </a:prstClr>
            </a:outerShdw>
            <a:softEdge rad="12700"/>
          </a:effectLst>
        </p:spPr>
        <p:txBody>
          <a:bodyPr wrap="square" lIns="90488" tIns="44450" rIns="90488" bIns="44450">
            <a:spAutoFit/>
          </a:bodyPr>
          <a:lstStyle/>
          <a:p>
            <a:pPr defTabSz="739775" eaLnBrk="0" hangingPunct="0">
              <a:defRPr/>
            </a:pPr>
            <a:r>
              <a:rPr lang="en-GB" b="1" dirty="0">
                <a:solidFill>
                  <a:srgbClr val="000000"/>
                </a:solidFill>
                <a:latin typeface="Consolas" panose="020B0609020204030204" pitchFamily="49" charset="0"/>
              </a:rPr>
              <a:t>System.out.println(Math.PI);</a:t>
            </a:r>
          </a:p>
        </p:txBody>
      </p:sp>
      <p:sp>
        <p:nvSpPr>
          <p:cNvPr id="12" name="TextBox 11">
            <a:extLst>
              <a:ext uri="{FF2B5EF4-FFF2-40B4-BE49-F238E27FC236}">
                <a16:creationId xmlns:a16="http://schemas.microsoft.com/office/drawing/2014/main" id="{40A8188B-66B8-BDAB-4CE3-B7A82B930509}"/>
              </a:ext>
            </a:extLst>
          </p:cNvPr>
          <p:cNvSpPr txBox="1"/>
          <p:nvPr/>
        </p:nvSpPr>
        <p:spPr>
          <a:xfrm>
            <a:off x="10099771" y="3568545"/>
            <a:ext cx="682535" cy="461665"/>
          </a:xfrm>
          <a:prstGeom prst="rect">
            <a:avLst/>
          </a:prstGeom>
          <a:noFill/>
        </p:spPr>
        <p:txBody>
          <a:bodyPr wrap="square">
            <a:spAutoFit/>
          </a:bodyPr>
          <a:lstStyle/>
          <a:p>
            <a:r>
              <a:rPr lang="en-GB" sz="2400" dirty="0"/>
              <a:t>✅</a:t>
            </a:r>
          </a:p>
        </p:txBody>
      </p:sp>
    </p:spTree>
    <p:extLst>
      <p:ext uri="{BB962C8B-B14F-4D97-AF65-F5344CB8AC3E}">
        <p14:creationId xmlns:p14="http://schemas.microsoft.com/office/powerpoint/2010/main" val="2891154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F58F4C-466C-E58C-89FF-FBF3AA376B22}"/>
              </a:ext>
            </a:extLst>
          </p:cNvPr>
          <p:cNvSpPr>
            <a:spLocks noGrp="1"/>
          </p:cNvSpPr>
          <p:nvPr>
            <p:ph type="ctrTitle"/>
          </p:nvPr>
        </p:nvSpPr>
        <p:spPr/>
        <p:txBody>
          <a:bodyPr/>
          <a:lstStyle/>
          <a:p>
            <a:r>
              <a:rPr lang="en-GB" dirty="0"/>
              <a:t>this</a:t>
            </a:r>
          </a:p>
        </p:txBody>
      </p:sp>
      <p:sp>
        <p:nvSpPr>
          <p:cNvPr id="5" name="Slide Number Placeholder 4">
            <a:extLst>
              <a:ext uri="{FF2B5EF4-FFF2-40B4-BE49-F238E27FC236}">
                <a16:creationId xmlns:a16="http://schemas.microsoft.com/office/drawing/2014/main" id="{B091495C-366C-FA3D-C4A4-FA7D1692E95D}"/>
              </a:ext>
            </a:extLst>
          </p:cNvPr>
          <p:cNvSpPr>
            <a:spLocks noGrp="1"/>
          </p:cNvSpPr>
          <p:nvPr>
            <p:ph type="sldNum" sz="quarter" idx="12"/>
          </p:nvPr>
        </p:nvSpPr>
        <p:spPr/>
        <p:txBody>
          <a:bodyPr/>
          <a:lstStyle/>
          <a:p>
            <a:fld id="{F3469444-D02B-D446-9CF8-19DEDDE073D1}" type="slidenum">
              <a:rPr lang="en-US" smtClean="0"/>
              <a:pPr/>
              <a:t>6</a:t>
            </a:fld>
            <a:endParaRPr lang="en-US" dirty="0"/>
          </a:p>
        </p:txBody>
      </p:sp>
      <p:sp>
        <p:nvSpPr>
          <p:cNvPr id="6" name="Rectangle 3">
            <a:extLst>
              <a:ext uri="{FF2B5EF4-FFF2-40B4-BE49-F238E27FC236}">
                <a16:creationId xmlns:a16="http://schemas.microsoft.com/office/drawing/2014/main" id="{59F57F10-2E6D-53DE-75B8-46C538CA1C6D}"/>
              </a:ext>
            </a:extLst>
          </p:cNvPr>
          <p:cNvSpPr txBox="1">
            <a:spLocks noChangeArrowheads="1"/>
          </p:cNvSpPr>
          <p:nvPr/>
        </p:nvSpPr>
        <p:spPr>
          <a:xfrm>
            <a:off x="430030" y="1733108"/>
            <a:ext cx="11516239" cy="4955354"/>
          </a:xfrm>
          <a:prstGeom prst="rect">
            <a:avLst/>
          </a:prstGeom>
        </p:spPr>
        <p:txBody>
          <a:bodyPr vert="horz"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r>
              <a:rPr lang="en-GB" b="1" dirty="0">
                <a:solidFill>
                  <a:schemeClr val="accent1"/>
                </a:solidFill>
                <a:latin typeface="Consolas" panose="020B0609020204030204" pitchFamily="49" charset="0"/>
              </a:rPr>
              <a:t>this</a:t>
            </a:r>
            <a:r>
              <a:rPr lang="en-GB" b="1" dirty="0"/>
              <a:t> refers to the object on which method was invoked.</a:t>
            </a:r>
          </a:p>
          <a:p>
            <a:pPr marL="684000" lvl="1" indent="-342900">
              <a:buSzPct val="115000"/>
            </a:pPr>
            <a:r>
              <a:rPr lang="en-GB" dirty="0"/>
              <a:t>You could write accelerate method as follows:</a:t>
            </a:r>
          </a:p>
          <a:p>
            <a:pPr marL="684000" lvl="1" indent="-342900">
              <a:buSzPct val="115000"/>
            </a:pPr>
            <a:endParaRPr lang="en-GB" dirty="0"/>
          </a:p>
          <a:p>
            <a:pPr marL="684000" lvl="1" indent="-342900">
              <a:buSzPct val="115000"/>
            </a:pPr>
            <a:endParaRPr lang="en-GB" dirty="0"/>
          </a:p>
          <a:p>
            <a:pPr marL="684000" lvl="1" indent="-342900">
              <a:buSzPct val="115000"/>
            </a:pPr>
            <a:endParaRPr lang="en-GB" dirty="0"/>
          </a:p>
          <a:p>
            <a:pPr marL="684000" lvl="1" indent="-342900">
              <a:buSzPct val="115000"/>
            </a:pPr>
            <a:endParaRPr lang="en-GB" dirty="0"/>
          </a:p>
          <a:p>
            <a:pPr marL="684000" lvl="1" indent="-342900">
              <a:buSzPct val="115000"/>
            </a:pPr>
            <a:endParaRPr lang="en-GB" dirty="0"/>
          </a:p>
          <a:p>
            <a:pPr marL="684000" lvl="1" indent="-342900">
              <a:buSzPct val="115000"/>
            </a:pPr>
            <a:endParaRPr lang="en-GB" dirty="0"/>
          </a:p>
          <a:p>
            <a:pPr marL="684000" lvl="1" indent="-342900">
              <a:buSzPct val="115000"/>
            </a:pPr>
            <a:endParaRPr lang="en-GB" dirty="0"/>
          </a:p>
          <a:p>
            <a:pPr marL="341100" lvl="1" indent="0">
              <a:buSzPct val="115000"/>
              <a:buFont typeface="Arial" panose="020B0604020202020204" pitchFamily="34" charset="0"/>
              <a:buNone/>
            </a:pPr>
            <a:endParaRPr lang="en-GB" dirty="0"/>
          </a:p>
        </p:txBody>
      </p:sp>
      <p:sp>
        <p:nvSpPr>
          <p:cNvPr id="7" name="Rectangle 4">
            <a:extLst>
              <a:ext uri="{FF2B5EF4-FFF2-40B4-BE49-F238E27FC236}">
                <a16:creationId xmlns:a16="http://schemas.microsoft.com/office/drawing/2014/main" id="{D01B0782-0AA8-F904-9497-F3B96A996664}"/>
              </a:ext>
            </a:extLst>
          </p:cNvPr>
          <p:cNvSpPr>
            <a:spLocks noChangeArrowheads="1"/>
          </p:cNvSpPr>
          <p:nvPr/>
        </p:nvSpPr>
        <p:spPr bwMode="auto">
          <a:xfrm>
            <a:off x="1115040" y="2738815"/>
            <a:ext cx="6781349" cy="3136756"/>
          </a:xfrm>
          <a:prstGeom prst="rect">
            <a:avLst/>
          </a:prstGeom>
          <a:solidFill>
            <a:schemeClr val="accent5">
              <a:lumMod val="20000"/>
              <a:lumOff val="80000"/>
            </a:schemeClr>
          </a:solidFill>
          <a:ln w="19050">
            <a:noFill/>
            <a:miter lim="800000"/>
            <a:headEnd/>
            <a:tailEnd/>
          </a:ln>
          <a:effectLst>
            <a:outerShdw blurRad="50800" dist="38100" algn="l" rotWithShape="0">
              <a:prstClr val="black">
                <a:alpha val="40000"/>
              </a:prstClr>
            </a:outerShdw>
          </a:effectLst>
        </p:spPr>
        <p:txBody>
          <a:bodyPr wrap="square" lIns="90488" tIns="44450" rIns="90488" bIns="44450">
            <a:spAutoFit/>
          </a:bodyPr>
          <a:lstStyle/>
          <a:p>
            <a:pPr defTabSz="739775" eaLnBrk="0" hangingPunct="0">
              <a:tabLst>
                <a:tab pos="341313" algn="l"/>
                <a:tab pos="690563" algn="l"/>
                <a:tab pos="1030288" algn="l"/>
                <a:tab pos="1371600" algn="l"/>
              </a:tabLst>
              <a:defRPr/>
            </a:pPr>
            <a:r>
              <a:rPr lang="en-GB" b="1" dirty="0">
                <a:solidFill>
                  <a:srgbClr val="0000C8"/>
                </a:solidFill>
                <a:latin typeface="Consolas" panose="020B0609020204030204" pitchFamily="49" charset="0"/>
              </a:rPr>
              <a:t>public class</a:t>
            </a:r>
            <a:r>
              <a:rPr lang="en-GB" b="1" dirty="0">
                <a:solidFill>
                  <a:srgbClr val="000000"/>
                </a:solidFill>
                <a:latin typeface="Consolas" panose="020B0609020204030204" pitchFamily="49" charset="0"/>
              </a:rPr>
              <a:t> Car {</a:t>
            </a:r>
          </a:p>
          <a:p>
            <a:pPr defTabSz="739775" eaLnBrk="0" hangingPunct="0">
              <a:tabLst>
                <a:tab pos="341313" algn="l"/>
                <a:tab pos="690563" algn="l"/>
                <a:tab pos="1030288" algn="l"/>
                <a:tab pos="1371600" algn="l"/>
              </a:tabLst>
              <a:defRPr/>
            </a:pPr>
            <a:endParaRPr lang="en-GB" b="1" dirty="0">
              <a:solidFill>
                <a:srgbClr val="000000"/>
              </a:solidFill>
              <a:latin typeface="Consolas" panose="020B0609020204030204" pitchFamily="49" charset="0"/>
            </a:endParaRPr>
          </a:p>
          <a:p>
            <a:pPr defTabSz="739775" eaLnBrk="0" hangingPunct="0">
              <a:tabLst>
                <a:tab pos="341313" algn="l"/>
                <a:tab pos="690563" algn="l"/>
                <a:tab pos="1030288" algn="l"/>
                <a:tab pos="1371600" algn="l"/>
              </a:tabLst>
              <a:defRPr/>
            </a:pPr>
            <a:r>
              <a:rPr lang="en-GB" b="1" dirty="0">
                <a:solidFill>
                  <a:srgbClr val="000000"/>
                </a:solidFill>
                <a:latin typeface="Consolas" panose="020B0609020204030204" pitchFamily="49" charset="0"/>
              </a:rPr>
              <a:t>	</a:t>
            </a:r>
            <a:r>
              <a:rPr lang="en-GB" b="1" dirty="0">
                <a:solidFill>
                  <a:srgbClr val="0000C8"/>
                </a:solidFill>
                <a:latin typeface="Consolas" panose="020B0609020204030204" pitchFamily="49" charset="0"/>
              </a:rPr>
              <a:t>private int</a:t>
            </a:r>
            <a:r>
              <a:rPr lang="en-GB" b="1" dirty="0">
                <a:solidFill>
                  <a:srgbClr val="000000"/>
                </a:solidFill>
                <a:latin typeface="Consolas" panose="020B0609020204030204" pitchFamily="49" charset="0"/>
              </a:rPr>
              <a:t> speed;</a:t>
            </a:r>
          </a:p>
          <a:p>
            <a:pPr defTabSz="739775" eaLnBrk="0" hangingPunct="0">
              <a:tabLst>
                <a:tab pos="341313" algn="l"/>
                <a:tab pos="690563" algn="l"/>
                <a:tab pos="1030288" algn="l"/>
                <a:tab pos="1371600" algn="l"/>
              </a:tabLst>
              <a:defRPr/>
            </a:pPr>
            <a:endParaRPr lang="en-GB" b="1" dirty="0">
              <a:solidFill>
                <a:srgbClr val="000000"/>
              </a:solidFill>
              <a:latin typeface="Consolas" panose="020B0609020204030204" pitchFamily="49" charset="0"/>
            </a:endParaRPr>
          </a:p>
          <a:p>
            <a:pPr defTabSz="739775" eaLnBrk="0" hangingPunct="0">
              <a:tabLst>
                <a:tab pos="341313" algn="l"/>
                <a:tab pos="690563" algn="l"/>
                <a:tab pos="1030288" algn="l"/>
                <a:tab pos="1371600" algn="l"/>
              </a:tabLst>
              <a:defRPr/>
            </a:pPr>
            <a:r>
              <a:rPr lang="en-GB" b="1" dirty="0">
                <a:solidFill>
                  <a:srgbClr val="000000"/>
                </a:solidFill>
                <a:latin typeface="Consolas" panose="020B0609020204030204" pitchFamily="49" charset="0"/>
              </a:rPr>
              <a:t>	</a:t>
            </a:r>
            <a:r>
              <a:rPr lang="en-GB" b="1" dirty="0">
                <a:solidFill>
                  <a:srgbClr val="0000C8"/>
                </a:solidFill>
                <a:latin typeface="Consolas" panose="020B0609020204030204" pitchFamily="49" charset="0"/>
              </a:rPr>
              <a:t>public void</a:t>
            </a:r>
            <a:r>
              <a:rPr lang="en-GB" b="1" dirty="0">
                <a:solidFill>
                  <a:srgbClr val="000000"/>
                </a:solidFill>
                <a:latin typeface="Consolas" panose="020B0609020204030204" pitchFamily="49" charset="0"/>
              </a:rPr>
              <a:t> accelerate( </a:t>
            </a:r>
            <a:r>
              <a:rPr lang="en-GB" b="1" dirty="0">
                <a:solidFill>
                  <a:srgbClr val="0000C8"/>
                </a:solidFill>
                <a:latin typeface="Consolas" panose="020B0609020204030204" pitchFamily="49" charset="0"/>
              </a:rPr>
              <a:t>int</a:t>
            </a:r>
            <a:r>
              <a:rPr lang="en-GB" b="1" dirty="0">
                <a:solidFill>
                  <a:srgbClr val="000000"/>
                </a:solidFill>
                <a:latin typeface="Consolas" panose="020B0609020204030204" pitchFamily="49" charset="0"/>
              </a:rPr>
              <a:t> weightOfFoot ) {</a:t>
            </a:r>
          </a:p>
          <a:p>
            <a:pPr defTabSz="739775" eaLnBrk="0" hangingPunct="0">
              <a:tabLst>
                <a:tab pos="341313" algn="l"/>
                <a:tab pos="690563" algn="l"/>
                <a:tab pos="1030288" algn="l"/>
                <a:tab pos="1371600" algn="l"/>
              </a:tabLst>
              <a:defRPr/>
            </a:pPr>
            <a:endParaRPr lang="en-GB" b="1" dirty="0">
              <a:solidFill>
                <a:srgbClr val="000000"/>
              </a:solidFill>
              <a:latin typeface="Consolas" panose="020B0609020204030204" pitchFamily="49" charset="0"/>
            </a:endParaRPr>
          </a:p>
          <a:p>
            <a:pPr defTabSz="739775" eaLnBrk="0" hangingPunct="0">
              <a:tabLst>
                <a:tab pos="341313" algn="l"/>
                <a:tab pos="690563" algn="l"/>
                <a:tab pos="1030288" algn="l"/>
                <a:tab pos="1371600" algn="l"/>
              </a:tabLst>
              <a:defRPr/>
            </a:pPr>
            <a:r>
              <a:rPr lang="en-GB" b="1" dirty="0">
                <a:solidFill>
                  <a:srgbClr val="000000"/>
                </a:solidFill>
                <a:latin typeface="Consolas" panose="020B0609020204030204" pitchFamily="49" charset="0"/>
              </a:rPr>
              <a:t>		</a:t>
            </a:r>
            <a:r>
              <a:rPr lang="en-GB" b="1" dirty="0">
                <a:solidFill>
                  <a:srgbClr val="0000C8"/>
                </a:solidFill>
                <a:latin typeface="Consolas" panose="020B0609020204030204" pitchFamily="49" charset="0"/>
              </a:rPr>
              <a:t>this</a:t>
            </a:r>
            <a:r>
              <a:rPr lang="en-GB" b="1" dirty="0">
                <a:solidFill>
                  <a:srgbClr val="000000"/>
                </a:solidFill>
                <a:latin typeface="Consolas" panose="020B0609020204030204" pitchFamily="49" charset="0"/>
              </a:rPr>
              <a:t>.speed += weightOfFoot; </a:t>
            </a:r>
          </a:p>
          <a:p>
            <a:pPr defTabSz="739775" eaLnBrk="0" hangingPunct="0">
              <a:tabLst>
                <a:tab pos="341313" algn="l"/>
                <a:tab pos="690563" algn="l"/>
                <a:tab pos="1030288" algn="l"/>
                <a:tab pos="1371600" algn="l"/>
              </a:tabLst>
              <a:defRPr/>
            </a:pPr>
            <a:endParaRPr lang="en-GB" b="1" dirty="0">
              <a:solidFill>
                <a:srgbClr val="000000"/>
              </a:solidFill>
              <a:latin typeface="Consolas" panose="020B0609020204030204" pitchFamily="49" charset="0"/>
            </a:endParaRPr>
          </a:p>
          <a:p>
            <a:pPr defTabSz="739775" eaLnBrk="0" hangingPunct="0">
              <a:tabLst>
                <a:tab pos="341313" algn="l"/>
                <a:tab pos="690563" algn="l"/>
                <a:tab pos="1030288" algn="l"/>
                <a:tab pos="1371600" algn="l"/>
              </a:tabLst>
              <a:defRPr/>
            </a:pPr>
            <a:r>
              <a:rPr lang="en-GB" b="1" dirty="0">
                <a:solidFill>
                  <a:srgbClr val="000000"/>
                </a:solidFill>
                <a:latin typeface="Consolas" panose="020B0609020204030204" pitchFamily="49" charset="0"/>
              </a:rPr>
              <a:t>	}</a:t>
            </a:r>
          </a:p>
          <a:p>
            <a:pPr defTabSz="739775" eaLnBrk="0" hangingPunct="0">
              <a:tabLst>
                <a:tab pos="341313" algn="l"/>
                <a:tab pos="690563" algn="l"/>
                <a:tab pos="1030288" algn="l"/>
                <a:tab pos="1371600" algn="l"/>
              </a:tabLst>
              <a:defRPr/>
            </a:pPr>
            <a:r>
              <a:rPr lang="en-GB" b="1" dirty="0">
                <a:solidFill>
                  <a:srgbClr val="000000"/>
                </a:solidFill>
                <a:latin typeface="Consolas" panose="020B0609020204030204" pitchFamily="49" charset="0"/>
              </a:rPr>
              <a:t>	...</a:t>
            </a:r>
          </a:p>
          <a:p>
            <a:pPr defTabSz="739775" eaLnBrk="0" hangingPunct="0">
              <a:tabLst>
                <a:tab pos="341313" algn="l"/>
                <a:tab pos="690563" algn="l"/>
                <a:tab pos="1030288" algn="l"/>
                <a:tab pos="1371600" algn="l"/>
              </a:tabLst>
              <a:defRPr/>
            </a:pPr>
            <a:r>
              <a:rPr lang="en-GB" b="1" dirty="0">
                <a:solidFill>
                  <a:srgbClr val="000000"/>
                </a:solidFill>
                <a:latin typeface="Consolas" panose="020B0609020204030204" pitchFamily="49" charset="0"/>
              </a:rPr>
              <a:t>}</a:t>
            </a:r>
          </a:p>
        </p:txBody>
      </p:sp>
      <p:sp>
        <p:nvSpPr>
          <p:cNvPr id="8" name="Arrow: Curved Left 7">
            <a:extLst>
              <a:ext uri="{FF2B5EF4-FFF2-40B4-BE49-F238E27FC236}">
                <a16:creationId xmlns:a16="http://schemas.microsoft.com/office/drawing/2014/main" id="{30BD51EA-89F7-18A2-97EB-BAD4D30E8C9E}"/>
              </a:ext>
            </a:extLst>
          </p:cNvPr>
          <p:cNvSpPr/>
          <p:nvPr/>
        </p:nvSpPr>
        <p:spPr>
          <a:xfrm rot="10800000">
            <a:off x="969335" y="3453107"/>
            <a:ext cx="391617" cy="1203148"/>
          </a:xfrm>
          <a:prstGeom prst="curvedLeftArrow">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p:pic>
        <p:nvPicPr>
          <p:cNvPr id="9" name="Graphic 8" descr="Car with solid fill.">
            <a:extLst>
              <a:ext uri="{FF2B5EF4-FFF2-40B4-BE49-F238E27FC236}">
                <a16:creationId xmlns:a16="http://schemas.microsoft.com/office/drawing/2014/main" id="{B4A4B9F8-FBA8-E21A-8916-4A2440156C9F}"/>
              </a:ext>
              <a:ext uri="{C183D7F6-B498-43B3-948B-1728B52AA6E4}">
                <adec:decorative xmlns:adec="http://schemas.microsoft.com/office/drawing/2017/decorative" val="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769390" y="3140281"/>
            <a:ext cx="1091802" cy="1091802"/>
          </a:xfrm>
          <a:prstGeom prst="rect">
            <a:avLst/>
          </a:prstGeom>
        </p:spPr>
      </p:pic>
      <p:pic>
        <p:nvPicPr>
          <p:cNvPr id="10" name="Graphic 9" descr="Car outline.">
            <a:extLst>
              <a:ext uri="{FF2B5EF4-FFF2-40B4-BE49-F238E27FC236}">
                <a16:creationId xmlns:a16="http://schemas.microsoft.com/office/drawing/2014/main" id="{432BB4E0-2C96-C591-E3F6-0B8E4872648B}"/>
              </a:ext>
              <a:ext uri="{C183D7F6-B498-43B3-948B-1728B52AA6E4}">
                <adec:decorative xmlns:adec="http://schemas.microsoft.com/office/drawing/2017/decorative" val="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769390" y="4108651"/>
            <a:ext cx="1091802" cy="1091802"/>
          </a:xfrm>
          <a:prstGeom prst="rect">
            <a:avLst/>
          </a:prstGeom>
        </p:spPr>
      </p:pic>
      <p:sp>
        <p:nvSpPr>
          <p:cNvPr id="11" name="Arrow: Right 10">
            <a:extLst>
              <a:ext uri="{FF2B5EF4-FFF2-40B4-BE49-F238E27FC236}">
                <a16:creationId xmlns:a16="http://schemas.microsoft.com/office/drawing/2014/main" id="{4A8B45CB-7395-5B35-1102-5616A9E9DE5A}"/>
              </a:ext>
            </a:extLst>
          </p:cNvPr>
          <p:cNvSpPr/>
          <p:nvPr/>
        </p:nvSpPr>
        <p:spPr>
          <a:xfrm>
            <a:off x="9004161" y="3455938"/>
            <a:ext cx="707572" cy="460488"/>
          </a:xfrm>
          <a:prstGeom prst="rightArrow">
            <a:avLst/>
          </a:prstGeom>
          <a:ln/>
        </p:spPr>
        <p:style>
          <a:lnRef idx="2">
            <a:schemeClr val="accent1"/>
          </a:lnRef>
          <a:fillRef idx="1">
            <a:schemeClr val="lt1"/>
          </a:fillRef>
          <a:effectRef idx="0">
            <a:schemeClr val="accent1"/>
          </a:effectRef>
          <a:fontRef idx="minor">
            <a:schemeClr val="dk1"/>
          </a:fontRef>
        </p:style>
        <p:txBody>
          <a:bodyPr rtlCol="0" anchor="ctr"/>
          <a:lstStyle/>
          <a:p>
            <a:pPr algn="ctr"/>
            <a:r>
              <a:rPr lang="en-GB" sz="1200" b="1" dirty="0">
                <a:solidFill>
                  <a:schemeClr val="tx1"/>
                </a:solidFill>
              </a:rPr>
              <a:t>this</a:t>
            </a:r>
          </a:p>
        </p:txBody>
      </p:sp>
      <p:sp>
        <p:nvSpPr>
          <p:cNvPr id="12" name="Arrow: Right 11">
            <a:extLst>
              <a:ext uri="{FF2B5EF4-FFF2-40B4-BE49-F238E27FC236}">
                <a16:creationId xmlns:a16="http://schemas.microsoft.com/office/drawing/2014/main" id="{07E25B48-5B1D-54AB-AA00-1EA5A6C7F420}"/>
              </a:ext>
            </a:extLst>
          </p:cNvPr>
          <p:cNvSpPr/>
          <p:nvPr/>
        </p:nvSpPr>
        <p:spPr>
          <a:xfrm>
            <a:off x="9004161" y="4477125"/>
            <a:ext cx="707572" cy="460488"/>
          </a:xfrm>
          <a:prstGeom prst="rightArrow">
            <a:avLst/>
          </a:prstGeom>
          <a:ln/>
        </p:spPr>
        <p:style>
          <a:lnRef idx="2">
            <a:schemeClr val="accent1"/>
          </a:lnRef>
          <a:fillRef idx="1">
            <a:schemeClr val="lt1"/>
          </a:fillRef>
          <a:effectRef idx="0">
            <a:schemeClr val="accent1"/>
          </a:effectRef>
          <a:fontRef idx="minor">
            <a:schemeClr val="dk1"/>
          </a:fontRef>
        </p:style>
        <p:txBody>
          <a:bodyPr rtlCol="0" anchor="ctr"/>
          <a:lstStyle/>
          <a:p>
            <a:pPr algn="ctr"/>
            <a:r>
              <a:rPr lang="en-GB" sz="1200" b="1" dirty="0">
                <a:solidFill>
                  <a:schemeClr val="tx1"/>
                </a:solidFill>
              </a:rPr>
              <a:t>this</a:t>
            </a:r>
          </a:p>
        </p:txBody>
      </p:sp>
    </p:spTree>
    <p:extLst>
      <p:ext uri="{BB962C8B-B14F-4D97-AF65-F5344CB8AC3E}">
        <p14:creationId xmlns:p14="http://schemas.microsoft.com/office/powerpoint/2010/main" val="6994252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AD17F8-F793-0904-FF77-127B99C6061B}"/>
              </a:ext>
            </a:extLst>
          </p:cNvPr>
          <p:cNvSpPr>
            <a:spLocks noGrp="1"/>
          </p:cNvSpPr>
          <p:nvPr>
            <p:ph type="ctrTitle"/>
          </p:nvPr>
        </p:nvSpPr>
        <p:spPr>
          <a:xfrm>
            <a:off x="443923" y="286115"/>
            <a:ext cx="11303577" cy="858985"/>
          </a:xfrm>
        </p:spPr>
        <p:txBody>
          <a:bodyPr/>
          <a:lstStyle/>
          <a:p>
            <a:r>
              <a:rPr lang="en-GB" dirty="0"/>
              <a:t>Using static – Simple factory pattern</a:t>
            </a:r>
          </a:p>
        </p:txBody>
      </p:sp>
      <p:sp>
        <p:nvSpPr>
          <p:cNvPr id="4" name="Slide Number Placeholder 3">
            <a:extLst>
              <a:ext uri="{FF2B5EF4-FFF2-40B4-BE49-F238E27FC236}">
                <a16:creationId xmlns:a16="http://schemas.microsoft.com/office/drawing/2014/main" id="{D52BE32F-C399-BDD1-E101-159C40D5B523}"/>
              </a:ext>
            </a:extLst>
          </p:cNvPr>
          <p:cNvSpPr>
            <a:spLocks noGrp="1"/>
          </p:cNvSpPr>
          <p:nvPr>
            <p:ph type="sldNum" sz="quarter" idx="12"/>
          </p:nvPr>
        </p:nvSpPr>
        <p:spPr/>
        <p:txBody>
          <a:bodyPr/>
          <a:lstStyle/>
          <a:p>
            <a:fld id="{F3469444-D02B-D446-9CF8-19DEDDE073D1}" type="slidenum">
              <a:rPr lang="en-US" smtClean="0"/>
              <a:pPr/>
              <a:t>7</a:t>
            </a:fld>
            <a:endParaRPr lang="en-US" dirty="0"/>
          </a:p>
        </p:txBody>
      </p:sp>
      <p:sp>
        <p:nvSpPr>
          <p:cNvPr id="5" name="Rectangle 4">
            <a:extLst>
              <a:ext uri="{FF2B5EF4-FFF2-40B4-BE49-F238E27FC236}">
                <a16:creationId xmlns:a16="http://schemas.microsoft.com/office/drawing/2014/main" id="{8EC443E7-426F-3B2E-1D9A-E41B5EB42A7A}"/>
              </a:ext>
            </a:extLst>
          </p:cNvPr>
          <p:cNvSpPr/>
          <p:nvPr/>
        </p:nvSpPr>
        <p:spPr>
          <a:xfrm>
            <a:off x="1328303" y="1195372"/>
            <a:ext cx="9535394" cy="3183212"/>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GB" dirty="0"/>
          </a:p>
        </p:txBody>
      </p:sp>
      <p:sp>
        <p:nvSpPr>
          <p:cNvPr id="6" name="Rectangle 5">
            <a:extLst>
              <a:ext uri="{FF2B5EF4-FFF2-40B4-BE49-F238E27FC236}">
                <a16:creationId xmlns:a16="http://schemas.microsoft.com/office/drawing/2014/main" id="{A5F95821-8E6D-8BE5-D08C-87F6476CF885}"/>
              </a:ext>
            </a:extLst>
          </p:cNvPr>
          <p:cNvSpPr/>
          <p:nvPr/>
        </p:nvSpPr>
        <p:spPr>
          <a:xfrm>
            <a:off x="1328304" y="4587641"/>
            <a:ext cx="9535393" cy="2126563"/>
          </a:xfrm>
          <a:prstGeom prst="rect">
            <a:avLst/>
          </a:prstGeo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GB" dirty="0"/>
          </a:p>
        </p:txBody>
      </p:sp>
      <p:sp>
        <p:nvSpPr>
          <p:cNvPr id="7" name="Rectangle 6">
            <a:extLst>
              <a:ext uri="{FF2B5EF4-FFF2-40B4-BE49-F238E27FC236}">
                <a16:creationId xmlns:a16="http://schemas.microsoft.com/office/drawing/2014/main" id="{D0E88E19-C70A-80C2-0F83-68FB4EF93A05}"/>
              </a:ext>
            </a:extLst>
          </p:cNvPr>
          <p:cNvSpPr/>
          <p:nvPr/>
        </p:nvSpPr>
        <p:spPr>
          <a:xfrm>
            <a:off x="1723480" y="1376024"/>
            <a:ext cx="8819320" cy="1569660"/>
          </a:xfrm>
          <a:prstGeom prst="rect">
            <a:avLst/>
          </a:prstGeom>
          <a:solidFill>
            <a:schemeClr val="bg2">
              <a:lumMod val="95000"/>
            </a:schemeClr>
          </a:solidFill>
          <a:ln>
            <a:noFill/>
          </a:ln>
          <a:effectLst>
            <a:outerShdw blurRad="50800" dist="38100" algn="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wrap="square">
            <a:spAutoFit/>
          </a:bodyPr>
          <a:lstStyle/>
          <a:p>
            <a:r>
              <a:rPr lang="en-GB" sz="1600" dirty="0">
                <a:solidFill>
                  <a:srgbClr val="0000FF"/>
                </a:solidFill>
                <a:latin typeface="Consolas" panose="020B0609020204030204" pitchFamily="49" charset="0"/>
              </a:rPr>
              <a:t>public</a:t>
            </a:r>
            <a:r>
              <a:rPr lang="en-GB" sz="1600" dirty="0">
                <a:solidFill>
                  <a:srgbClr val="000000"/>
                </a:solidFill>
                <a:latin typeface="Consolas" panose="020B0609020204030204" pitchFamily="49" charset="0"/>
              </a:rPr>
              <a:t> </a:t>
            </a:r>
            <a:r>
              <a:rPr lang="en-GB" sz="1600" dirty="0">
                <a:solidFill>
                  <a:srgbClr val="0000FF"/>
                </a:solidFill>
                <a:latin typeface="Consolas" panose="020B0609020204030204" pitchFamily="49" charset="0"/>
              </a:rPr>
              <a:t>class</a:t>
            </a:r>
            <a:r>
              <a:rPr lang="en-GB" sz="1600" dirty="0">
                <a:solidFill>
                  <a:srgbClr val="000000"/>
                </a:solidFill>
                <a:latin typeface="Consolas" panose="020B0609020204030204" pitchFamily="49" charset="0"/>
              </a:rPr>
              <a:t> </a:t>
            </a:r>
            <a:r>
              <a:rPr lang="en-GB" sz="1600" dirty="0">
                <a:solidFill>
                  <a:srgbClr val="2B91AF"/>
                </a:solidFill>
                <a:latin typeface="Consolas" panose="020B0609020204030204" pitchFamily="49" charset="0"/>
              </a:rPr>
              <a:t>Bank</a:t>
            </a:r>
            <a:r>
              <a:rPr lang="en-GB" sz="1600" dirty="0">
                <a:solidFill>
                  <a:srgbClr val="000000"/>
                </a:solidFill>
                <a:latin typeface="Consolas" panose="020B0609020204030204" pitchFamily="49" charset="0"/>
              </a:rPr>
              <a:t>  {</a:t>
            </a:r>
          </a:p>
          <a:p>
            <a:r>
              <a:rPr lang="en-GB" sz="1600" b="1" dirty="0">
                <a:solidFill>
                  <a:srgbClr val="000000"/>
                </a:solidFill>
                <a:latin typeface="Consolas" panose="020B0609020204030204" pitchFamily="49" charset="0"/>
              </a:rPr>
              <a:t>    </a:t>
            </a:r>
            <a:r>
              <a:rPr lang="en-GB" sz="1600" b="1" dirty="0">
                <a:solidFill>
                  <a:srgbClr val="0000FF"/>
                </a:solidFill>
                <a:latin typeface="Consolas" panose="020B0609020204030204" pitchFamily="49" charset="0"/>
              </a:rPr>
              <a:t>public</a:t>
            </a:r>
            <a:r>
              <a:rPr lang="en-GB" sz="1600" b="1" dirty="0">
                <a:solidFill>
                  <a:srgbClr val="000000"/>
                </a:solidFill>
                <a:latin typeface="Consolas" panose="020B0609020204030204" pitchFamily="49" charset="0"/>
              </a:rPr>
              <a:t> </a:t>
            </a:r>
            <a:r>
              <a:rPr lang="en-GB" sz="1600" b="1" dirty="0">
                <a:solidFill>
                  <a:srgbClr val="0000FF"/>
                </a:solidFill>
                <a:latin typeface="Consolas" panose="020B0609020204030204" pitchFamily="49" charset="0"/>
              </a:rPr>
              <a:t>static</a:t>
            </a:r>
            <a:r>
              <a:rPr lang="en-GB" sz="1600" b="1" dirty="0">
                <a:solidFill>
                  <a:srgbClr val="000000"/>
                </a:solidFill>
                <a:latin typeface="Consolas" panose="020B0609020204030204" pitchFamily="49" charset="0"/>
              </a:rPr>
              <a:t> </a:t>
            </a:r>
            <a:r>
              <a:rPr lang="en-GB" sz="1600" b="1" dirty="0">
                <a:solidFill>
                  <a:srgbClr val="2B91AF"/>
                </a:solidFill>
                <a:latin typeface="Consolas" panose="020B0609020204030204" pitchFamily="49" charset="0"/>
              </a:rPr>
              <a:t>Account</a:t>
            </a:r>
            <a:r>
              <a:rPr lang="en-GB" sz="1600" b="1" dirty="0">
                <a:solidFill>
                  <a:srgbClr val="000000"/>
                </a:solidFill>
                <a:latin typeface="Consolas" panose="020B0609020204030204" pitchFamily="49" charset="0"/>
              </a:rPr>
              <a:t> </a:t>
            </a:r>
            <a:r>
              <a:rPr lang="en-GB" sz="1600" b="1" dirty="0" err="1">
                <a:solidFill>
                  <a:srgbClr val="000000"/>
                </a:solidFill>
                <a:latin typeface="Consolas" panose="020B0609020204030204" pitchFamily="49" charset="0"/>
              </a:rPr>
              <a:t>createAccount</a:t>
            </a:r>
            <a:r>
              <a:rPr lang="en-GB" sz="1600" b="1" dirty="0">
                <a:solidFill>
                  <a:srgbClr val="000000"/>
                </a:solidFill>
                <a:latin typeface="Consolas" panose="020B0609020204030204" pitchFamily="49" charset="0"/>
              </a:rPr>
              <a:t>(</a:t>
            </a:r>
            <a:r>
              <a:rPr lang="en-GB" sz="1600" b="1" dirty="0">
                <a:solidFill>
                  <a:srgbClr val="0000FF"/>
                </a:solidFill>
                <a:latin typeface="Consolas" panose="020B0609020204030204" pitchFamily="49" charset="0"/>
              </a:rPr>
              <a:t>string</a:t>
            </a:r>
            <a:r>
              <a:rPr lang="en-GB" sz="1600" b="1" dirty="0">
                <a:solidFill>
                  <a:srgbClr val="000000"/>
                </a:solidFill>
                <a:latin typeface="Consolas" panose="020B0609020204030204" pitchFamily="49" charset="0"/>
              </a:rPr>
              <a:t> owner) {</a:t>
            </a:r>
          </a:p>
          <a:p>
            <a:r>
              <a:rPr lang="en-GB" sz="1600" b="1" dirty="0">
                <a:solidFill>
                  <a:schemeClr val="accent6">
                    <a:lumMod val="50000"/>
                  </a:schemeClr>
                </a:solidFill>
                <a:latin typeface="Consolas" panose="020B0609020204030204" pitchFamily="49" charset="0"/>
              </a:rPr>
              <a:t>	// possible security code</a:t>
            </a:r>
          </a:p>
          <a:p>
            <a:r>
              <a:rPr lang="en-GB" sz="1600" b="1" dirty="0">
                <a:solidFill>
                  <a:srgbClr val="0000FF"/>
                </a:solidFill>
                <a:latin typeface="Consolas" panose="020B0609020204030204" pitchFamily="49" charset="0"/>
              </a:rPr>
              <a:t>	return</a:t>
            </a:r>
            <a:r>
              <a:rPr lang="en-GB" sz="1600" b="1" dirty="0">
                <a:solidFill>
                  <a:srgbClr val="000000"/>
                </a:solidFill>
                <a:latin typeface="Consolas" panose="020B0609020204030204" pitchFamily="49" charset="0"/>
              </a:rPr>
              <a:t> </a:t>
            </a:r>
            <a:r>
              <a:rPr lang="en-GB" sz="1600" b="1" dirty="0">
                <a:solidFill>
                  <a:srgbClr val="0000FF"/>
                </a:solidFill>
                <a:latin typeface="Consolas" panose="020B0609020204030204" pitchFamily="49" charset="0"/>
              </a:rPr>
              <a:t>new</a:t>
            </a:r>
            <a:r>
              <a:rPr lang="en-GB" sz="1600" b="1" dirty="0">
                <a:solidFill>
                  <a:srgbClr val="000000"/>
                </a:solidFill>
                <a:latin typeface="Consolas" panose="020B0609020204030204" pitchFamily="49" charset="0"/>
              </a:rPr>
              <a:t> </a:t>
            </a:r>
            <a:r>
              <a:rPr lang="en-GB" sz="1600" b="1" dirty="0">
                <a:solidFill>
                  <a:srgbClr val="2B91AF"/>
                </a:solidFill>
                <a:latin typeface="Consolas" panose="020B0609020204030204" pitchFamily="49" charset="0"/>
              </a:rPr>
              <a:t>Account</a:t>
            </a:r>
            <a:r>
              <a:rPr lang="en-GB" sz="1600" b="1" dirty="0">
                <a:solidFill>
                  <a:srgbClr val="000000"/>
                </a:solidFill>
                <a:latin typeface="Consolas" panose="020B0609020204030204" pitchFamily="49" charset="0"/>
              </a:rPr>
              <a:t>(owner);</a:t>
            </a:r>
          </a:p>
          <a:p>
            <a:r>
              <a:rPr lang="en-GB" sz="1600" b="1" dirty="0">
                <a:solidFill>
                  <a:srgbClr val="000000"/>
                </a:solidFill>
                <a:latin typeface="Consolas" panose="020B0609020204030204" pitchFamily="49" charset="0"/>
              </a:rPr>
              <a:t>    }</a:t>
            </a:r>
          </a:p>
          <a:p>
            <a:r>
              <a:rPr lang="en-GB" sz="1600" dirty="0">
                <a:solidFill>
                  <a:srgbClr val="000000"/>
                </a:solidFill>
                <a:latin typeface="Consolas" panose="020B0609020204030204" pitchFamily="49" charset="0"/>
              </a:rPr>
              <a:t>}</a:t>
            </a:r>
          </a:p>
        </p:txBody>
      </p:sp>
      <p:sp>
        <p:nvSpPr>
          <p:cNvPr id="8" name="Rectangle 7">
            <a:extLst>
              <a:ext uri="{FF2B5EF4-FFF2-40B4-BE49-F238E27FC236}">
                <a16:creationId xmlns:a16="http://schemas.microsoft.com/office/drawing/2014/main" id="{D4F00922-3DB3-531B-56B0-52FB2204DC27}"/>
              </a:ext>
            </a:extLst>
          </p:cNvPr>
          <p:cNvSpPr/>
          <p:nvPr/>
        </p:nvSpPr>
        <p:spPr>
          <a:xfrm>
            <a:off x="8497635" y="1558432"/>
            <a:ext cx="1974096" cy="383263"/>
          </a:xfrm>
          <a:prstGeom prst="rect">
            <a:avLst/>
          </a:prstGeom>
          <a:solidFill>
            <a:schemeClr val="accent1">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b="1" dirty="0">
                <a:solidFill>
                  <a:schemeClr val="tx1"/>
                </a:solidFill>
                <a:cs typeface="Arial" pitchFamily="34" charset="0"/>
              </a:rPr>
              <a:t>Factory class</a:t>
            </a:r>
          </a:p>
        </p:txBody>
      </p:sp>
      <p:sp>
        <p:nvSpPr>
          <p:cNvPr id="9" name="Rectangle 8">
            <a:extLst>
              <a:ext uri="{FF2B5EF4-FFF2-40B4-BE49-F238E27FC236}">
                <a16:creationId xmlns:a16="http://schemas.microsoft.com/office/drawing/2014/main" id="{FADF0B4B-4882-4D67-F134-09922B5082DB}"/>
              </a:ext>
            </a:extLst>
          </p:cNvPr>
          <p:cNvSpPr/>
          <p:nvPr/>
        </p:nvSpPr>
        <p:spPr>
          <a:xfrm>
            <a:off x="1276248" y="1428661"/>
            <a:ext cx="8944432" cy="2877765"/>
          </a:xfrm>
          <a:prstGeom prst="rect">
            <a:avLst/>
          </a:prstGeom>
          <a:no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chemeClr val="tx1"/>
              </a:solidFill>
              <a:latin typeface="Arial" pitchFamily="34" charset="0"/>
              <a:cs typeface="Arial" pitchFamily="34" charset="0"/>
            </a:endParaRPr>
          </a:p>
        </p:txBody>
      </p:sp>
      <p:sp>
        <p:nvSpPr>
          <p:cNvPr id="10" name="Rectangle 9">
            <a:extLst>
              <a:ext uri="{FF2B5EF4-FFF2-40B4-BE49-F238E27FC236}">
                <a16:creationId xmlns:a16="http://schemas.microsoft.com/office/drawing/2014/main" id="{0896EF1F-5A9B-0BF1-3E62-0491FC97CAA8}"/>
              </a:ext>
            </a:extLst>
          </p:cNvPr>
          <p:cNvSpPr/>
          <p:nvPr/>
        </p:nvSpPr>
        <p:spPr>
          <a:xfrm>
            <a:off x="1670964" y="4702538"/>
            <a:ext cx="6076128" cy="1631216"/>
          </a:xfrm>
          <a:prstGeom prst="rect">
            <a:avLst/>
          </a:prstGeom>
          <a:solidFill>
            <a:schemeClr val="bg2">
              <a:lumMod val="95000"/>
            </a:schemeClr>
          </a:solidFill>
          <a:ln w="19050">
            <a:noFill/>
          </a:ln>
          <a:effectLst>
            <a:outerShdw blurRad="50800" dist="38100" algn="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wrap="square">
            <a:spAutoFit/>
          </a:bodyPr>
          <a:lstStyle/>
          <a:p>
            <a:r>
              <a:rPr lang="en-GB" sz="1600" b="1" dirty="0">
                <a:solidFill>
                  <a:srgbClr val="0000FF"/>
                </a:solidFill>
                <a:latin typeface="Consolas" panose="020B0609020204030204" pitchFamily="49" charset="0"/>
              </a:rPr>
              <a:t>public static</a:t>
            </a:r>
            <a:r>
              <a:rPr lang="en-GB" sz="1600" b="1" dirty="0">
                <a:solidFill>
                  <a:srgbClr val="000000"/>
                </a:solidFill>
                <a:latin typeface="Consolas" panose="020B0609020204030204" pitchFamily="49" charset="0"/>
              </a:rPr>
              <a:t> </a:t>
            </a:r>
            <a:r>
              <a:rPr lang="en-GB" sz="1600" b="1" dirty="0">
                <a:solidFill>
                  <a:srgbClr val="0000FF"/>
                </a:solidFill>
                <a:latin typeface="Consolas" panose="020B0609020204030204" pitchFamily="49" charset="0"/>
              </a:rPr>
              <a:t>void</a:t>
            </a:r>
            <a:r>
              <a:rPr lang="en-GB" sz="1600" b="1" dirty="0">
                <a:solidFill>
                  <a:srgbClr val="000000"/>
                </a:solidFill>
                <a:latin typeface="Consolas" panose="020B0609020204030204" pitchFamily="49" charset="0"/>
              </a:rPr>
              <a:t> main(Sring[] args)</a:t>
            </a:r>
          </a:p>
          <a:p>
            <a:r>
              <a:rPr lang="en-GB" sz="1600" b="1" dirty="0">
                <a:solidFill>
                  <a:srgbClr val="000000"/>
                </a:solidFill>
                <a:latin typeface="Consolas" panose="020B0609020204030204" pitchFamily="49" charset="0"/>
              </a:rPr>
              <a:t>{</a:t>
            </a:r>
          </a:p>
          <a:p>
            <a:r>
              <a:rPr lang="en-GB" sz="1600" b="1" dirty="0">
                <a:solidFill>
                  <a:srgbClr val="000000"/>
                </a:solidFill>
                <a:latin typeface="Consolas" panose="020B0609020204030204" pitchFamily="49" charset="0"/>
              </a:rPr>
              <a:t>    </a:t>
            </a:r>
            <a:r>
              <a:rPr lang="en-GB" sz="1600" b="1" dirty="0">
                <a:solidFill>
                  <a:srgbClr val="2B91AF"/>
                </a:solidFill>
                <a:latin typeface="Consolas" panose="020B0609020204030204" pitchFamily="49" charset="0"/>
              </a:rPr>
              <a:t>Account</a:t>
            </a:r>
            <a:r>
              <a:rPr lang="en-GB" sz="1600" b="1" dirty="0">
                <a:solidFill>
                  <a:srgbClr val="000000"/>
                </a:solidFill>
                <a:latin typeface="Consolas" panose="020B0609020204030204" pitchFamily="49" charset="0"/>
              </a:rPr>
              <a:t> acc = </a:t>
            </a:r>
            <a:r>
              <a:rPr lang="en-GB" sz="1600" b="1" dirty="0">
                <a:solidFill>
                  <a:srgbClr val="0000FF"/>
                </a:solidFill>
                <a:latin typeface="Consolas" panose="020B0609020204030204" pitchFamily="49" charset="0"/>
              </a:rPr>
              <a:t>new</a:t>
            </a:r>
            <a:r>
              <a:rPr lang="en-GB" sz="1600" b="1" dirty="0">
                <a:solidFill>
                  <a:srgbClr val="000000"/>
                </a:solidFill>
                <a:latin typeface="Consolas" panose="020B0609020204030204" pitchFamily="49" charset="0"/>
              </a:rPr>
              <a:t> </a:t>
            </a:r>
            <a:r>
              <a:rPr lang="en-GB" sz="1600" b="1" dirty="0">
                <a:solidFill>
                  <a:srgbClr val="2B91AF"/>
                </a:solidFill>
                <a:latin typeface="Consolas" panose="020B0609020204030204" pitchFamily="49" charset="0"/>
              </a:rPr>
              <a:t>Account</a:t>
            </a:r>
            <a:r>
              <a:rPr lang="en-GB" sz="1600" b="1" dirty="0">
                <a:solidFill>
                  <a:srgbClr val="000000"/>
                </a:solidFill>
                <a:latin typeface="Consolas" panose="020B0609020204030204" pitchFamily="49" charset="0"/>
              </a:rPr>
              <a:t>(</a:t>
            </a:r>
            <a:r>
              <a:rPr lang="en-GB" sz="1600" b="1" dirty="0">
                <a:solidFill>
                  <a:srgbClr val="A31515"/>
                </a:solidFill>
                <a:latin typeface="Consolas" panose="020B0609020204030204" pitchFamily="49" charset="0"/>
              </a:rPr>
              <a:t>"Bob"</a:t>
            </a:r>
            <a:r>
              <a:rPr lang="en-GB" sz="1600" b="1" dirty="0">
                <a:solidFill>
                  <a:srgbClr val="000000"/>
                </a:solidFill>
                <a:latin typeface="Consolas" panose="020B0609020204030204" pitchFamily="49" charset="0"/>
              </a:rPr>
              <a:t>); ❌</a:t>
            </a:r>
          </a:p>
          <a:p>
            <a:endParaRPr lang="en-GB" sz="1600" b="1" dirty="0">
              <a:solidFill>
                <a:srgbClr val="000000"/>
              </a:solidFill>
              <a:latin typeface="Consolas" panose="020B0609020204030204" pitchFamily="49" charset="0"/>
            </a:endParaRPr>
          </a:p>
          <a:p>
            <a:r>
              <a:rPr lang="en-GB" sz="1600" b="1" dirty="0">
                <a:solidFill>
                  <a:srgbClr val="2B91AF"/>
                </a:solidFill>
                <a:latin typeface="Consolas" panose="020B0609020204030204" pitchFamily="49" charset="0"/>
              </a:rPr>
              <a:t>    Account</a:t>
            </a:r>
            <a:r>
              <a:rPr lang="en-GB" sz="1600" b="1" dirty="0">
                <a:solidFill>
                  <a:srgbClr val="000000"/>
                </a:solidFill>
                <a:latin typeface="Consolas" panose="020B0609020204030204" pitchFamily="49" charset="0"/>
              </a:rPr>
              <a:t> acc = </a:t>
            </a:r>
            <a:r>
              <a:rPr lang="en-GB" sz="1600" b="1" dirty="0" err="1">
                <a:solidFill>
                  <a:srgbClr val="2B91AF"/>
                </a:solidFill>
                <a:latin typeface="Consolas" panose="020B0609020204030204" pitchFamily="49" charset="0"/>
              </a:rPr>
              <a:t>Bank</a:t>
            </a:r>
            <a:r>
              <a:rPr lang="en-GB" sz="1600" b="1" dirty="0" err="1">
                <a:solidFill>
                  <a:srgbClr val="000000"/>
                </a:solidFill>
                <a:latin typeface="Consolas" panose="020B0609020204030204" pitchFamily="49" charset="0"/>
              </a:rPr>
              <a:t>.createAccount</a:t>
            </a:r>
            <a:r>
              <a:rPr lang="en-GB" sz="1600" b="1" dirty="0">
                <a:solidFill>
                  <a:srgbClr val="000000"/>
                </a:solidFill>
                <a:latin typeface="Consolas" panose="020B0609020204030204" pitchFamily="49" charset="0"/>
              </a:rPr>
              <a:t>(</a:t>
            </a:r>
            <a:r>
              <a:rPr lang="en-GB" sz="1600" b="1" dirty="0">
                <a:solidFill>
                  <a:srgbClr val="A31515"/>
                </a:solidFill>
                <a:latin typeface="Consolas" panose="020B0609020204030204" pitchFamily="49" charset="0"/>
              </a:rPr>
              <a:t>"Bob"</a:t>
            </a:r>
            <a:r>
              <a:rPr lang="en-GB" sz="1600" b="1" dirty="0">
                <a:solidFill>
                  <a:srgbClr val="000000"/>
                </a:solidFill>
                <a:latin typeface="Consolas" panose="020B0609020204030204" pitchFamily="49" charset="0"/>
              </a:rPr>
              <a:t>); </a:t>
            </a:r>
            <a:r>
              <a:rPr lang="en-GB" sz="2000" b="1" dirty="0">
                <a:solidFill>
                  <a:srgbClr val="000000"/>
                </a:solidFill>
                <a:latin typeface="Consolas" panose="020B0609020204030204" pitchFamily="49" charset="0"/>
              </a:rPr>
              <a:t>✔️</a:t>
            </a:r>
            <a:endParaRPr lang="en-GB" sz="1600" dirty="0">
              <a:solidFill>
                <a:srgbClr val="000000"/>
              </a:solidFill>
              <a:latin typeface="Consolas" panose="020B0609020204030204" pitchFamily="49" charset="0"/>
            </a:endParaRPr>
          </a:p>
          <a:p>
            <a:r>
              <a:rPr lang="en-GB" sz="1600" b="1" dirty="0">
                <a:solidFill>
                  <a:srgbClr val="000000"/>
                </a:solidFill>
                <a:latin typeface="Consolas" panose="020B0609020204030204" pitchFamily="49" charset="0"/>
              </a:rPr>
              <a:t>}</a:t>
            </a:r>
          </a:p>
        </p:txBody>
      </p:sp>
      <p:sp>
        <p:nvSpPr>
          <p:cNvPr id="11" name="Rounded Rectangular Callout 9">
            <a:extLst>
              <a:ext uri="{FF2B5EF4-FFF2-40B4-BE49-F238E27FC236}">
                <a16:creationId xmlns:a16="http://schemas.microsoft.com/office/drawing/2014/main" id="{65C129EF-8461-490F-468B-002B57C9488E}"/>
              </a:ext>
            </a:extLst>
          </p:cNvPr>
          <p:cNvSpPr/>
          <p:nvPr/>
        </p:nvSpPr>
        <p:spPr>
          <a:xfrm>
            <a:off x="7858349" y="4921139"/>
            <a:ext cx="2362331" cy="954956"/>
          </a:xfrm>
          <a:prstGeom prst="wedgeRoundRectCallout">
            <a:avLst>
              <a:gd name="adj1" fmla="val -58466"/>
              <a:gd name="adj2" fmla="val -17647"/>
              <a:gd name="adj3" fmla="val 16667"/>
            </a:avLst>
          </a:prstGeom>
          <a:solidFill>
            <a:schemeClr val="accent1">
              <a:lumMod val="20000"/>
              <a:lumOff val="80000"/>
            </a:schemeClr>
          </a:solidFill>
          <a:ln w="19050">
            <a:solidFill>
              <a:srgbClr val="004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tx1"/>
                </a:solidFill>
                <a:cs typeface="Arial" pitchFamily="34" charset="0"/>
              </a:rPr>
              <a:t>Client code using the bank account factory </a:t>
            </a:r>
            <a:r>
              <a:rPr lang="en-GB" sz="1400" b="1" dirty="0">
                <a:solidFill>
                  <a:schemeClr val="tx1"/>
                </a:solidFill>
                <a:cs typeface="Arial" pitchFamily="34" charset="0"/>
              </a:rPr>
              <a:t>in another package</a:t>
            </a:r>
          </a:p>
        </p:txBody>
      </p:sp>
      <p:sp>
        <p:nvSpPr>
          <p:cNvPr id="12" name="Rectangle 11">
            <a:extLst>
              <a:ext uri="{FF2B5EF4-FFF2-40B4-BE49-F238E27FC236}">
                <a16:creationId xmlns:a16="http://schemas.microsoft.com/office/drawing/2014/main" id="{A9436B02-73E9-2BAB-E532-6E43D78B3228}"/>
              </a:ext>
            </a:extLst>
          </p:cNvPr>
          <p:cNvSpPr/>
          <p:nvPr/>
        </p:nvSpPr>
        <p:spPr>
          <a:xfrm>
            <a:off x="1754092" y="3109561"/>
            <a:ext cx="3360984" cy="1077218"/>
          </a:xfrm>
          <a:prstGeom prst="rect">
            <a:avLst/>
          </a:prstGeom>
          <a:solidFill>
            <a:schemeClr val="accent5">
              <a:lumMod val="20000"/>
              <a:lumOff val="80000"/>
            </a:schemeClr>
          </a:solidFill>
          <a:ln w="19050">
            <a:solidFill>
              <a:srgbClr val="004050"/>
            </a:solidFill>
            <a:prstDash val="sysDot"/>
          </a:ln>
        </p:spPr>
        <p:style>
          <a:lnRef idx="2">
            <a:schemeClr val="dk1"/>
          </a:lnRef>
          <a:fillRef idx="1">
            <a:schemeClr val="lt1"/>
          </a:fillRef>
          <a:effectRef idx="0">
            <a:schemeClr val="dk1"/>
          </a:effectRef>
          <a:fontRef idx="minor">
            <a:schemeClr val="dk1"/>
          </a:fontRef>
        </p:style>
        <p:txBody>
          <a:bodyPr wrap="square">
            <a:spAutoFit/>
          </a:bodyPr>
          <a:lstStyle/>
          <a:p>
            <a:r>
              <a:rPr lang="en-GB" sz="1600">
                <a:solidFill>
                  <a:srgbClr val="0000FF"/>
                </a:solidFill>
                <a:latin typeface="Consolas" panose="020B0609020204030204" pitchFamily="49" charset="0"/>
              </a:rPr>
              <a:t>class</a:t>
            </a:r>
            <a:r>
              <a:rPr lang="en-GB" sz="1600">
                <a:solidFill>
                  <a:srgbClr val="000000"/>
                </a:solidFill>
                <a:latin typeface="Consolas" panose="020B0609020204030204" pitchFamily="49" charset="0"/>
              </a:rPr>
              <a:t> </a:t>
            </a:r>
            <a:r>
              <a:rPr lang="en-GB" sz="1600" dirty="0">
                <a:solidFill>
                  <a:srgbClr val="2B91AF"/>
                </a:solidFill>
                <a:latin typeface="Consolas" panose="020B0609020204030204" pitchFamily="49" charset="0"/>
              </a:rPr>
              <a:t>Account </a:t>
            </a:r>
            <a:r>
              <a:rPr lang="en-GB" sz="1600" dirty="0">
                <a:solidFill>
                  <a:srgbClr val="000000"/>
                </a:solidFill>
                <a:latin typeface="Consolas" panose="020B0609020204030204" pitchFamily="49" charset="0"/>
              </a:rPr>
              <a:t>{</a:t>
            </a:r>
          </a:p>
          <a:p>
            <a:r>
              <a:rPr lang="en-GB" sz="1600" dirty="0">
                <a:solidFill>
                  <a:srgbClr val="000000"/>
                </a:solidFill>
                <a:latin typeface="Consolas" panose="020B0609020204030204" pitchFamily="49" charset="0"/>
              </a:rPr>
              <a:t>    Account(</a:t>
            </a:r>
            <a:r>
              <a:rPr lang="en-GB" sz="1600" b="1" dirty="0">
                <a:solidFill>
                  <a:srgbClr val="0000FF"/>
                </a:solidFill>
                <a:latin typeface="Consolas" panose="020B0609020204030204" pitchFamily="49" charset="0"/>
              </a:rPr>
              <a:t>string</a:t>
            </a:r>
            <a:r>
              <a:rPr lang="en-GB" sz="1600" b="1" dirty="0">
                <a:solidFill>
                  <a:srgbClr val="000000"/>
                </a:solidFill>
                <a:latin typeface="Consolas" panose="020B0609020204030204" pitchFamily="49" charset="0"/>
              </a:rPr>
              <a:t> owner</a:t>
            </a:r>
            <a:r>
              <a:rPr lang="en-GB" sz="1600" dirty="0">
                <a:solidFill>
                  <a:srgbClr val="000000"/>
                </a:solidFill>
                <a:latin typeface="Consolas" panose="020B0609020204030204" pitchFamily="49" charset="0"/>
              </a:rPr>
              <a:t>)  {</a:t>
            </a:r>
          </a:p>
          <a:p>
            <a:r>
              <a:rPr lang="en-GB" sz="1600" dirty="0">
                <a:solidFill>
                  <a:srgbClr val="000000"/>
                </a:solidFill>
                <a:latin typeface="Consolas" panose="020B0609020204030204" pitchFamily="49" charset="0"/>
              </a:rPr>
              <a:t>    }</a:t>
            </a:r>
          </a:p>
          <a:p>
            <a:r>
              <a:rPr lang="en-GB" sz="1600" dirty="0">
                <a:solidFill>
                  <a:srgbClr val="000000"/>
                </a:solidFill>
                <a:latin typeface="Consolas" panose="020B0609020204030204" pitchFamily="49" charset="0"/>
              </a:rPr>
              <a:t>}</a:t>
            </a:r>
          </a:p>
        </p:txBody>
      </p:sp>
      <p:sp>
        <p:nvSpPr>
          <p:cNvPr id="13" name="Rounded Rectangular Callout 14">
            <a:extLst>
              <a:ext uri="{FF2B5EF4-FFF2-40B4-BE49-F238E27FC236}">
                <a16:creationId xmlns:a16="http://schemas.microsoft.com/office/drawing/2014/main" id="{7BDBAEE0-416D-A660-71F9-4B7947178315}"/>
              </a:ext>
            </a:extLst>
          </p:cNvPr>
          <p:cNvSpPr/>
          <p:nvPr/>
        </p:nvSpPr>
        <p:spPr>
          <a:xfrm>
            <a:off x="5270798" y="3216019"/>
            <a:ext cx="2714617" cy="597689"/>
          </a:xfrm>
          <a:prstGeom prst="wedgeRoundRectCallout">
            <a:avLst>
              <a:gd name="adj1" fmla="val -56782"/>
              <a:gd name="adj2" fmla="val 34410"/>
              <a:gd name="adj3" fmla="val 16667"/>
            </a:avLst>
          </a:prstGeom>
          <a:solidFill>
            <a:schemeClr val="accent1">
              <a:lumMod val="20000"/>
              <a:lumOff val="80000"/>
            </a:schemeClr>
          </a:solidFill>
          <a:ln w="19050">
            <a:solidFill>
              <a:srgbClr val="004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b="1" dirty="0">
                <a:solidFill>
                  <a:schemeClr val="tx1"/>
                </a:solidFill>
              </a:rPr>
              <a:t>Constructor is only visible inside this package</a:t>
            </a:r>
          </a:p>
        </p:txBody>
      </p:sp>
      <p:sp>
        <p:nvSpPr>
          <p:cNvPr id="3" name="Speech Bubble: Oval 2">
            <a:extLst>
              <a:ext uri="{FF2B5EF4-FFF2-40B4-BE49-F238E27FC236}">
                <a16:creationId xmlns:a16="http://schemas.microsoft.com/office/drawing/2014/main" id="{9462597C-72BB-C893-5BB8-EC325B36567A}"/>
              </a:ext>
            </a:extLst>
          </p:cNvPr>
          <p:cNvSpPr/>
          <p:nvPr/>
        </p:nvSpPr>
        <p:spPr>
          <a:xfrm>
            <a:off x="111211" y="1692876"/>
            <a:ext cx="1290149" cy="630194"/>
          </a:xfrm>
          <a:prstGeom prst="wedgeEllipseCallout">
            <a:avLst>
              <a:gd name="adj1" fmla="val 49334"/>
              <a:gd name="adj2" fmla="val 68382"/>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GB" sz="1400" b="1" dirty="0"/>
              <a:t>Package A</a:t>
            </a:r>
          </a:p>
        </p:txBody>
      </p:sp>
      <p:sp>
        <p:nvSpPr>
          <p:cNvPr id="14" name="Speech Bubble: Oval 13">
            <a:extLst>
              <a:ext uri="{FF2B5EF4-FFF2-40B4-BE49-F238E27FC236}">
                <a16:creationId xmlns:a16="http://schemas.microsoft.com/office/drawing/2014/main" id="{F4F2DC32-ADCE-58B6-2316-B7861E26FCB0}"/>
              </a:ext>
            </a:extLst>
          </p:cNvPr>
          <p:cNvSpPr/>
          <p:nvPr/>
        </p:nvSpPr>
        <p:spPr>
          <a:xfrm>
            <a:off x="111211" y="4642799"/>
            <a:ext cx="1290149" cy="630194"/>
          </a:xfrm>
          <a:prstGeom prst="wedgeEllipseCallout">
            <a:avLst>
              <a:gd name="adj1" fmla="val 49334"/>
              <a:gd name="adj2" fmla="val 68382"/>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GB" sz="1400" b="1" dirty="0"/>
              <a:t>Package B</a:t>
            </a:r>
          </a:p>
        </p:txBody>
      </p:sp>
    </p:spTree>
    <p:extLst>
      <p:ext uri="{BB962C8B-B14F-4D97-AF65-F5344CB8AC3E}">
        <p14:creationId xmlns:p14="http://schemas.microsoft.com/office/powerpoint/2010/main" val="30893178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B5DD3A-7669-B06A-A7CC-C8E671918C0B}"/>
              </a:ext>
            </a:extLst>
          </p:cNvPr>
          <p:cNvSpPr>
            <a:spLocks noGrp="1"/>
          </p:cNvSpPr>
          <p:nvPr>
            <p:ph type="ctrTitle"/>
          </p:nvPr>
        </p:nvSpPr>
        <p:spPr/>
        <p:txBody>
          <a:bodyPr/>
          <a:lstStyle/>
          <a:p>
            <a:r>
              <a:rPr lang="en-GB" dirty="0"/>
              <a:t>More on static members</a:t>
            </a:r>
          </a:p>
        </p:txBody>
      </p:sp>
      <p:sp>
        <p:nvSpPr>
          <p:cNvPr id="5" name="Slide Number Placeholder 4">
            <a:extLst>
              <a:ext uri="{FF2B5EF4-FFF2-40B4-BE49-F238E27FC236}">
                <a16:creationId xmlns:a16="http://schemas.microsoft.com/office/drawing/2014/main" id="{43587DA5-86B2-EECB-6E68-8E5312848464}"/>
              </a:ext>
            </a:extLst>
          </p:cNvPr>
          <p:cNvSpPr>
            <a:spLocks noGrp="1"/>
          </p:cNvSpPr>
          <p:nvPr>
            <p:ph type="sldNum" sz="quarter" idx="12"/>
          </p:nvPr>
        </p:nvSpPr>
        <p:spPr/>
        <p:txBody>
          <a:bodyPr/>
          <a:lstStyle/>
          <a:p>
            <a:fld id="{F3469444-D02B-D446-9CF8-19DEDDE073D1}" type="slidenum">
              <a:rPr lang="en-US" smtClean="0"/>
              <a:pPr/>
              <a:t>8</a:t>
            </a:fld>
            <a:endParaRPr lang="en-US" dirty="0"/>
          </a:p>
        </p:txBody>
      </p:sp>
      <p:sp>
        <p:nvSpPr>
          <p:cNvPr id="6" name="Rectangle 3">
            <a:extLst>
              <a:ext uri="{FF2B5EF4-FFF2-40B4-BE49-F238E27FC236}">
                <a16:creationId xmlns:a16="http://schemas.microsoft.com/office/drawing/2014/main" id="{5EFBAE0C-19A0-CA56-FD12-3741C26C654A}"/>
              </a:ext>
            </a:extLst>
          </p:cNvPr>
          <p:cNvSpPr txBox="1">
            <a:spLocks noChangeArrowheads="1"/>
          </p:cNvSpPr>
          <p:nvPr/>
        </p:nvSpPr>
        <p:spPr>
          <a:xfrm>
            <a:off x="443922" y="1591931"/>
            <a:ext cx="5514410" cy="2779998"/>
          </a:xfrm>
          <a:prstGeom prst="rect">
            <a:avLst/>
          </a:prstGeom>
        </p:spPr>
        <p:txBody>
          <a:bodyPr vert="horz"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spcAft>
                <a:spcPts val="300"/>
              </a:spcAft>
            </a:pPr>
            <a:r>
              <a:rPr lang="en-GB" b="1" dirty="0"/>
              <a:t>Can access other static members</a:t>
            </a:r>
            <a:br>
              <a:rPr lang="en-GB" b="1" dirty="0"/>
            </a:br>
            <a:endParaRPr lang="en-GB" b="1" dirty="0"/>
          </a:p>
          <a:p>
            <a:pPr marL="342900" indent="-342900">
              <a:spcAft>
                <a:spcPts val="300"/>
              </a:spcAft>
            </a:pPr>
            <a:r>
              <a:rPr lang="en-GB" b="1" dirty="0"/>
              <a:t>Cannot access instance member</a:t>
            </a:r>
          </a:p>
          <a:p>
            <a:pPr marL="684000" lvl="1" indent="-342900">
              <a:buSzPct val="115000"/>
            </a:pPr>
            <a:r>
              <a:rPr lang="en-GB" dirty="0"/>
              <a:t>Can only access by using an object reference</a:t>
            </a:r>
            <a:br>
              <a:rPr lang="en-GB" dirty="0"/>
            </a:br>
            <a:endParaRPr lang="en-GB" dirty="0"/>
          </a:p>
          <a:p>
            <a:pPr marL="328400" indent="-342900"/>
            <a:r>
              <a:rPr lang="en-GB" b="1" dirty="0"/>
              <a:t>Instance methods can call static methods </a:t>
            </a:r>
            <a:br>
              <a:rPr lang="en-GB" b="1" dirty="0"/>
            </a:br>
            <a:r>
              <a:rPr lang="en-GB" b="1" dirty="0"/>
              <a:t>and use static fields</a:t>
            </a:r>
          </a:p>
        </p:txBody>
      </p:sp>
      <p:sp>
        <p:nvSpPr>
          <p:cNvPr id="7" name="Rectangle 4">
            <a:extLst>
              <a:ext uri="{FF2B5EF4-FFF2-40B4-BE49-F238E27FC236}">
                <a16:creationId xmlns:a16="http://schemas.microsoft.com/office/drawing/2014/main" id="{60EE2A70-7BC8-6E46-9CE3-E359194451D7}"/>
              </a:ext>
            </a:extLst>
          </p:cNvPr>
          <p:cNvSpPr>
            <a:spLocks noChangeArrowheads="1"/>
          </p:cNvSpPr>
          <p:nvPr/>
        </p:nvSpPr>
        <p:spPr bwMode="auto">
          <a:xfrm>
            <a:off x="6096000" y="1188533"/>
            <a:ext cx="5514410" cy="5075748"/>
          </a:xfrm>
          <a:prstGeom prst="rect">
            <a:avLst/>
          </a:prstGeom>
          <a:solidFill>
            <a:schemeClr val="accent5">
              <a:lumMod val="20000"/>
              <a:lumOff val="80000"/>
            </a:schemeClr>
          </a:solidFill>
          <a:ln w="19050">
            <a:noFill/>
            <a:miter lim="800000"/>
            <a:headEnd/>
            <a:tailEnd/>
          </a:ln>
          <a:effectLst>
            <a:outerShdw blurRad="50800" dist="38100" algn="l" rotWithShape="0">
              <a:prstClr val="black">
                <a:alpha val="40000"/>
              </a:prstClr>
            </a:outerShdw>
          </a:effectLst>
        </p:spPr>
        <p:txBody>
          <a:bodyPr wrap="square" lIns="90488" tIns="44450" rIns="90488" bIns="44450">
            <a:spAutoFit/>
          </a:bodyPr>
          <a:lstStyle/>
          <a:p>
            <a:pPr defTabSz="739775" eaLnBrk="0" hangingPunct="0">
              <a:tabLst>
                <a:tab pos="341313" algn="l"/>
                <a:tab pos="690563" algn="l"/>
                <a:tab pos="1030288" algn="l"/>
                <a:tab pos="1371600" algn="l"/>
              </a:tabLst>
              <a:defRPr/>
            </a:pPr>
            <a:r>
              <a:rPr lang="en-GB" b="1" dirty="0">
                <a:solidFill>
                  <a:srgbClr val="0000C8"/>
                </a:solidFill>
                <a:latin typeface="Consolas" panose="020B0609020204030204" pitchFamily="49" charset="0"/>
              </a:rPr>
              <a:t>public class </a:t>
            </a:r>
            <a:r>
              <a:rPr lang="en-GB" b="1" dirty="0">
                <a:solidFill>
                  <a:srgbClr val="000000"/>
                </a:solidFill>
                <a:latin typeface="Consolas" panose="020B0609020204030204" pitchFamily="49" charset="0"/>
              </a:rPr>
              <a:t>Car {</a:t>
            </a:r>
          </a:p>
          <a:p>
            <a:pPr defTabSz="739775" eaLnBrk="0" hangingPunct="0">
              <a:tabLst>
                <a:tab pos="341313" algn="l"/>
                <a:tab pos="690563" algn="l"/>
                <a:tab pos="1030288" algn="l"/>
                <a:tab pos="1371600" algn="l"/>
              </a:tabLst>
              <a:defRPr/>
            </a:pPr>
            <a:r>
              <a:rPr lang="en-GB" b="1" dirty="0">
                <a:solidFill>
                  <a:srgbClr val="000000"/>
                </a:solidFill>
                <a:latin typeface="Consolas" panose="020B0609020204030204" pitchFamily="49" charset="0"/>
              </a:rPr>
              <a:t>  </a:t>
            </a:r>
            <a:r>
              <a:rPr lang="en-GB" b="1" dirty="0">
                <a:solidFill>
                  <a:srgbClr val="0000C8"/>
                </a:solidFill>
                <a:latin typeface="Consolas" panose="020B0609020204030204" pitchFamily="49" charset="0"/>
              </a:rPr>
              <a:t>private </a:t>
            </a:r>
            <a:r>
              <a:rPr lang="en-GB" b="1" dirty="0">
                <a:latin typeface="Consolas" panose="020B0609020204030204" pitchFamily="49" charset="0"/>
              </a:rPr>
              <a:t>String</a:t>
            </a:r>
            <a:r>
              <a:rPr lang="en-GB" b="1" dirty="0">
                <a:solidFill>
                  <a:srgbClr val="000000"/>
                </a:solidFill>
                <a:latin typeface="Consolas" panose="020B0609020204030204" pitchFamily="49" charset="0"/>
              </a:rPr>
              <a:t> make, owner;</a:t>
            </a:r>
            <a:br>
              <a:rPr lang="en-GB" b="1" dirty="0">
                <a:solidFill>
                  <a:srgbClr val="000000"/>
                </a:solidFill>
                <a:latin typeface="Consolas" panose="020B0609020204030204" pitchFamily="49" charset="0"/>
              </a:rPr>
            </a:br>
            <a:endParaRPr lang="en-GB" b="1" dirty="0">
              <a:solidFill>
                <a:srgbClr val="000000"/>
              </a:solidFill>
              <a:latin typeface="Consolas" panose="020B0609020204030204" pitchFamily="49" charset="0"/>
            </a:endParaRPr>
          </a:p>
          <a:p>
            <a:pPr defTabSz="739775" eaLnBrk="0" hangingPunct="0">
              <a:tabLst>
                <a:tab pos="341313" algn="l"/>
                <a:tab pos="690563" algn="l"/>
                <a:tab pos="1030288" algn="l"/>
                <a:tab pos="1371600" algn="l"/>
              </a:tabLst>
              <a:defRPr/>
            </a:pPr>
            <a:r>
              <a:rPr lang="en-GB" b="1" dirty="0">
                <a:solidFill>
                  <a:srgbClr val="000000"/>
                </a:solidFill>
                <a:latin typeface="Consolas" panose="020B0609020204030204" pitchFamily="49" charset="0"/>
              </a:rPr>
              <a:t>  </a:t>
            </a:r>
            <a:r>
              <a:rPr lang="en-GB" b="1" dirty="0">
                <a:solidFill>
                  <a:srgbClr val="0000CC"/>
                </a:solidFill>
                <a:latin typeface="Consolas" panose="020B0609020204030204" pitchFamily="49" charset="0"/>
              </a:rPr>
              <a:t>public</a:t>
            </a:r>
            <a:r>
              <a:rPr lang="en-GB" b="1" dirty="0">
                <a:solidFill>
                  <a:srgbClr val="000000"/>
                </a:solidFill>
                <a:latin typeface="Consolas" panose="020B0609020204030204" pitchFamily="49" charset="0"/>
              </a:rPr>
              <a:t> Car(</a:t>
            </a:r>
            <a:r>
              <a:rPr lang="en-GB" b="1" dirty="0">
                <a:latin typeface="Consolas" panose="020B0609020204030204" pitchFamily="49" charset="0"/>
              </a:rPr>
              <a:t>String</a:t>
            </a:r>
            <a:r>
              <a:rPr lang="en-GB" b="1" dirty="0">
                <a:solidFill>
                  <a:srgbClr val="000000"/>
                </a:solidFill>
                <a:latin typeface="Consolas" panose="020B0609020204030204" pitchFamily="49" charset="0"/>
              </a:rPr>
              <a:t> make) { </a:t>
            </a:r>
          </a:p>
          <a:p>
            <a:pPr defTabSz="739775" eaLnBrk="0" hangingPunct="0">
              <a:tabLst>
                <a:tab pos="341313" algn="l"/>
                <a:tab pos="690563" algn="l"/>
                <a:tab pos="1030288" algn="l"/>
                <a:tab pos="1371600" algn="l"/>
              </a:tabLst>
              <a:defRPr/>
            </a:pPr>
            <a:r>
              <a:rPr lang="en-GB" b="1" dirty="0">
                <a:solidFill>
                  <a:srgbClr val="000000"/>
                </a:solidFill>
                <a:latin typeface="Consolas" panose="020B0609020204030204" pitchFamily="49" charset="0"/>
              </a:rPr>
              <a:t>	  </a:t>
            </a:r>
            <a:r>
              <a:rPr lang="en-GB" b="1" dirty="0">
                <a:solidFill>
                  <a:srgbClr val="0000CC"/>
                </a:solidFill>
                <a:latin typeface="Consolas" panose="020B0609020204030204" pitchFamily="49" charset="0"/>
              </a:rPr>
              <a:t>this</a:t>
            </a:r>
            <a:r>
              <a:rPr lang="en-GB" b="1" dirty="0">
                <a:solidFill>
                  <a:srgbClr val="000000"/>
                </a:solidFill>
                <a:latin typeface="Consolas" panose="020B0609020204030204" pitchFamily="49" charset="0"/>
              </a:rPr>
              <a:t>.make = make; </a:t>
            </a:r>
          </a:p>
          <a:p>
            <a:pPr defTabSz="739775" eaLnBrk="0" hangingPunct="0">
              <a:tabLst>
                <a:tab pos="341313" algn="l"/>
                <a:tab pos="690563" algn="l"/>
                <a:tab pos="1030288" algn="l"/>
                <a:tab pos="1371600" algn="l"/>
              </a:tabLst>
              <a:defRPr/>
            </a:pPr>
            <a:r>
              <a:rPr lang="en-GB" b="1" dirty="0">
                <a:solidFill>
                  <a:srgbClr val="000000"/>
                </a:solidFill>
                <a:latin typeface="Consolas" panose="020B0609020204030204" pitchFamily="49" charset="0"/>
              </a:rPr>
              <a:t>  }</a:t>
            </a:r>
          </a:p>
          <a:p>
            <a:pPr defTabSz="739775" eaLnBrk="0" hangingPunct="0">
              <a:tabLst>
                <a:tab pos="341313" algn="l"/>
                <a:tab pos="690563" algn="l"/>
                <a:tab pos="1030288" algn="l"/>
                <a:tab pos="1371600" algn="l"/>
              </a:tabLst>
              <a:defRPr/>
            </a:pPr>
            <a:endParaRPr lang="en-GB" b="1" dirty="0">
              <a:solidFill>
                <a:srgbClr val="0000C8"/>
              </a:solidFill>
              <a:latin typeface="Consolas" panose="020B0609020204030204" pitchFamily="49" charset="0"/>
            </a:endParaRPr>
          </a:p>
          <a:p>
            <a:pPr defTabSz="739775" eaLnBrk="0" hangingPunct="0">
              <a:tabLst>
                <a:tab pos="341313" algn="l"/>
                <a:tab pos="690563" algn="l"/>
                <a:tab pos="1030288" algn="l"/>
                <a:tab pos="1371600" algn="l"/>
              </a:tabLst>
              <a:defRPr/>
            </a:pPr>
            <a:r>
              <a:rPr lang="en-GB" b="1" dirty="0">
                <a:solidFill>
                  <a:srgbClr val="0000C8"/>
                </a:solidFill>
                <a:latin typeface="Consolas" panose="020B0609020204030204" pitchFamily="49" charset="0"/>
              </a:rPr>
              <a:t>  public static </a:t>
            </a:r>
            <a:r>
              <a:rPr lang="en-GB" b="1" dirty="0">
                <a:solidFill>
                  <a:srgbClr val="000000"/>
                </a:solidFill>
                <a:latin typeface="Consolas" panose="020B0609020204030204" pitchFamily="49" charset="0"/>
              </a:rPr>
              <a:t>Car</a:t>
            </a:r>
            <a:r>
              <a:rPr lang="en-GB" b="1" dirty="0">
                <a:solidFill>
                  <a:srgbClr val="0000C8"/>
                </a:solidFill>
                <a:latin typeface="Consolas" panose="020B0609020204030204" pitchFamily="49" charset="0"/>
              </a:rPr>
              <a:t> </a:t>
            </a:r>
            <a:r>
              <a:rPr lang="en-GB" b="1" dirty="0">
                <a:solidFill>
                  <a:srgbClr val="000000"/>
                </a:solidFill>
                <a:latin typeface="Consolas" panose="020B0609020204030204" pitchFamily="49" charset="0"/>
              </a:rPr>
              <a:t>makeBMW() {</a:t>
            </a:r>
          </a:p>
          <a:p>
            <a:pPr defTabSz="739775" eaLnBrk="0" hangingPunct="0">
              <a:tabLst>
                <a:tab pos="341313" algn="l"/>
                <a:tab pos="690563" algn="l"/>
                <a:tab pos="1030288" algn="l"/>
                <a:tab pos="1371600" algn="l"/>
              </a:tabLst>
              <a:defRPr/>
            </a:pPr>
            <a:r>
              <a:rPr lang="en-GB" b="1" dirty="0">
                <a:solidFill>
                  <a:srgbClr val="000000"/>
                </a:solidFill>
                <a:latin typeface="Consolas" panose="020B0609020204030204" pitchFamily="49" charset="0"/>
              </a:rPr>
              <a:t>    Car aCar = </a:t>
            </a:r>
            <a:r>
              <a:rPr lang="en-GB" b="1" dirty="0">
                <a:solidFill>
                  <a:srgbClr val="0000C8"/>
                </a:solidFill>
                <a:latin typeface="Consolas" panose="020B0609020204030204" pitchFamily="49" charset="0"/>
              </a:rPr>
              <a:t>new</a:t>
            </a:r>
            <a:r>
              <a:rPr lang="en-GB" b="1" dirty="0">
                <a:solidFill>
                  <a:srgbClr val="000000"/>
                </a:solidFill>
                <a:latin typeface="Consolas" panose="020B0609020204030204" pitchFamily="49" charset="0"/>
              </a:rPr>
              <a:t> Car("BMW");</a:t>
            </a:r>
          </a:p>
          <a:p>
            <a:pPr defTabSz="739775" eaLnBrk="0" hangingPunct="0">
              <a:tabLst>
                <a:tab pos="341313" algn="l"/>
                <a:tab pos="690563" algn="l"/>
                <a:tab pos="1030288" algn="l"/>
                <a:tab pos="1371600" algn="l"/>
              </a:tabLst>
              <a:defRPr/>
            </a:pPr>
            <a:r>
              <a:rPr lang="en-GB" b="1" dirty="0">
                <a:solidFill>
                  <a:srgbClr val="000000"/>
                </a:solidFill>
                <a:latin typeface="Consolas" panose="020B0609020204030204" pitchFamily="49" charset="0"/>
              </a:rPr>
              <a:t>    </a:t>
            </a:r>
            <a:r>
              <a:rPr lang="en-GB" b="1" dirty="0">
                <a:solidFill>
                  <a:srgbClr val="FF0000"/>
                </a:solidFill>
                <a:latin typeface="Consolas" panose="020B0609020204030204" pitchFamily="49" charset="0"/>
              </a:rPr>
              <a:t>aCar.setOwner</a:t>
            </a:r>
            <a:r>
              <a:rPr lang="en-GB" b="1" dirty="0">
                <a:latin typeface="Consolas" panose="020B0609020204030204" pitchFamily="49" charset="0"/>
              </a:rPr>
              <a:t>(</a:t>
            </a:r>
            <a:r>
              <a:rPr lang="en-GB" b="1" dirty="0">
                <a:solidFill>
                  <a:srgbClr val="000000"/>
                </a:solidFill>
                <a:latin typeface="Consolas" panose="020B0609020204030204" pitchFamily="49" charset="0"/>
              </a:rPr>
              <a:t>"Tom");</a:t>
            </a:r>
          </a:p>
          <a:p>
            <a:pPr defTabSz="739775" eaLnBrk="0" hangingPunct="0">
              <a:tabLst>
                <a:tab pos="341313" algn="l"/>
                <a:tab pos="690563" algn="l"/>
                <a:tab pos="1030288" algn="l"/>
                <a:tab pos="1371600" algn="l"/>
              </a:tabLst>
              <a:defRPr/>
            </a:pPr>
            <a:r>
              <a:rPr lang="en-GB" b="1" dirty="0">
                <a:solidFill>
                  <a:srgbClr val="0000C8"/>
                </a:solidFill>
                <a:latin typeface="Consolas" panose="020B0609020204030204" pitchFamily="49" charset="0"/>
              </a:rPr>
              <a:t>    return</a:t>
            </a:r>
            <a:r>
              <a:rPr lang="en-GB" b="1" dirty="0">
                <a:solidFill>
                  <a:srgbClr val="000000"/>
                </a:solidFill>
                <a:latin typeface="Consolas" panose="020B0609020204030204" pitchFamily="49" charset="0"/>
              </a:rPr>
              <a:t> aCar;</a:t>
            </a:r>
          </a:p>
          <a:p>
            <a:pPr defTabSz="739775" eaLnBrk="0" hangingPunct="0">
              <a:tabLst>
                <a:tab pos="341313" algn="l"/>
                <a:tab pos="690563" algn="l"/>
                <a:tab pos="1030288" algn="l"/>
                <a:tab pos="1371600" algn="l"/>
              </a:tabLst>
              <a:defRPr/>
            </a:pPr>
            <a:r>
              <a:rPr lang="en-GB" b="1" dirty="0">
                <a:solidFill>
                  <a:srgbClr val="000000"/>
                </a:solidFill>
                <a:latin typeface="Consolas" panose="020B0609020204030204" pitchFamily="49" charset="0"/>
              </a:rPr>
              <a:t>  }</a:t>
            </a:r>
          </a:p>
          <a:p>
            <a:pPr defTabSz="739775" eaLnBrk="0" hangingPunct="0">
              <a:tabLst>
                <a:tab pos="341313" algn="l"/>
                <a:tab pos="690563" algn="l"/>
                <a:tab pos="1030288" algn="l"/>
                <a:tab pos="1371600" algn="l"/>
              </a:tabLst>
              <a:defRPr/>
            </a:pPr>
            <a:br>
              <a:rPr lang="en-GB" b="1" dirty="0">
                <a:solidFill>
                  <a:srgbClr val="000000"/>
                </a:solidFill>
                <a:latin typeface="Consolas" panose="020B0609020204030204" pitchFamily="49" charset="0"/>
              </a:rPr>
            </a:br>
            <a:r>
              <a:rPr lang="en-GB" b="1" dirty="0">
                <a:solidFill>
                  <a:srgbClr val="000000"/>
                </a:solidFill>
                <a:latin typeface="Consolas" panose="020B0609020204030204" pitchFamily="49" charset="0"/>
              </a:rPr>
              <a:t>  </a:t>
            </a:r>
            <a:r>
              <a:rPr lang="en-GB" b="1" dirty="0">
                <a:solidFill>
                  <a:srgbClr val="0000C8"/>
                </a:solidFill>
                <a:latin typeface="Consolas" panose="020B0609020204030204" pitchFamily="49" charset="0"/>
              </a:rPr>
              <a:t>public void </a:t>
            </a:r>
            <a:r>
              <a:rPr lang="en-GB" b="1" dirty="0">
                <a:solidFill>
                  <a:srgbClr val="000000"/>
                </a:solidFill>
                <a:latin typeface="Consolas" panose="020B0609020204030204" pitchFamily="49" charset="0"/>
              </a:rPr>
              <a:t>setOwner(String owner) {</a:t>
            </a:r>
            <a:br>
              <a:rPr lang="en-GB" b="1" dirty="0">
                <a:solidFill>
                  <a:srgbClr val="000000"/>
                </a:solidFill>
                <a:latin typeface="Consolas" panose="020B0609020204030204" pitchFamily="49" charset="0"/>
              </a:rPr>
            </a:br>
            <a:r>
              <a:rPr lang="en-GB" b="1" dirty="0">
                <a:solidFill>
                  <a:srgbClr val="000000"/>
                </a:solidFill>
                <a:latin typeface="Consolas" panose="020B0609020204030204" pitchFamily="49" charset="0"/>
              </a:rPr>
              <a:t>    </a:t>
            </a:r>
            <a:r>
              <a:rPr lang="en-GB" b="1" dirty="0">
                <a:solidFill>
                  <a:srgbClr val="0000C8"/>
                </a:solidFill>
                <a:latin typeface="Consolas" panose="020B0609020204030204" pitchFamily="49" charset="0"/>
              </a:rPr>
              <a:t>this</a:t>
            </a:r>
            <a:r>
              <a:rPr lang="en-GB" b="1" dirty="0">
                <a:solidFill>
                  <a:srgbClr val="000000"/>
                </a:solidFill>
                <a:latin typeface="Consolas" panose="020B0609020204030204" pitchFamily="49" charset="0"/>
              </a:rPr>
              <a:t>.owner = owner;</a:t>
            </a:r>
            <a:br>
              <a:rPr lang="en-GB" b="1" dirty="0">
                <a:solidFill>
                  <a:srgbClr val="000000"/>
                </a:solidFill>
                <a:latin typeface="Consolas" panose="020B0609020204030204" pitchFamily="49" charset="0"/>
              </a:rPr>
            </a:br>
            <a:r>
              <a:rPr lang="en-GB" b="1" dirty="0">
                <a:solidFill>
                  <a:srgbClr val="000000"/>
                </a:solidFill>
                <a:latin typeface="Consolas" panose="020B0609020204030204" pitchFamily="49" charset="0"/>
              </a:rPr>
              <a:t>  }</a:t>
            </a:r>
          </a:p>
          <a:p>
            <a:pPr defTabSz="739775" eaLnBrk="0" hangingPunct="0">
              <a:tabLst>
                <a:tab pos="341313" algn="l"/>
                <a:tab pos="690563" algn="l"/>
                <a:tab pos="1030288" algn="l"/>
                <a:tab pos="1371600" algn="l"/>
              </a:tabLst>
              <a:defRPr/>
            </a:pPr>
            <a:r>
              <a:rPr lang="en-GB" b="1" dirty="0">
                <a:solidFill>
                  <a:srgbClr val="000000"/>
                </a:solidFill>
                <a:latin typeface="Consolas" panose="020B0609020204030204" pitchFamily="49" charset="0"/>
              </a:rPr>
              <a:t>	...</a:t>
            </a:r>
          </a:p>
          <a:p>
            <a:pPr defTabSz="739775" eaLnBrk="0" hangingPunct="0">
              <a:tabLst>
                <a:tab pos="341313" algn="l"/>
                <a:tab pos="690563" algn="l"/>
                <a:tab pos="1030288" algn="l"/>
                <a:tab pos="1371600" algn="l"/>
              </a:tabLst>
              <a:defRPr/>
            </a:pPr>
            <a:r>
              <a:rPr lang="en-GB" b="1" dirty="0">
                <a:solidFill>
                  <a:srgbClr val="000000"/>
                </a:solidFill>
                <a:latin typeface="Consolas" panose="020B0609020204030204" pitchFamily="49" charset="0"/>
              </a:rPr>
              <a:t>}</a:t>
            </a:r>
          </a:p>
        </p:txBody>
      </p:sp>
    </p:spTree>
    <p:extLst>
      <p:ext uri="{BB962C8B-B14F-4D97-AF65-F5344CB8AC3E}">
        <p14:creationId xmlns:p14="http://schemas.microsoft.com/office/powerpoint/2010/main" val="23380153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046BAA-EAED-8ED7-99A4-47A19A016EAE}"/>
              </a:ext>
            </a:extLst>
          </p:cNvPr>
          <p:cNvSpPr>
            <a:spLocks noGrp="1"/>
          </p:cNvSpPr>
          <p:nvPr>
            <p:ph type="ctrTitle"/>
          </p:nvPr>
        </p:nvSpPr>
        <p:spPr>
          <a:xfrm>
            <a:off x="443922" y="326845"/>
            <a:ext cx="11303577" cy="858985"/>
          </a:xfrm>
        </p:spPr>
        <p:txBody>
          <a:bodyPr/>
          <a:lstStyle/>
          <a:p>
            <a:r>
              <a:rPr lang="en-GB" dirty="0"/>
              <a:t>Java static initialiser block</a:t>
            </a:r>
          </a:p>
        </p:txBody>
      </p:sp>
      <p:sp>
        <p:nvSpPr>
          <p:cNvPr id="4" name="Slide Number Placeholder 3">
            <a:extLst>
              <a:ext uri="{FF2B5EF4-FFF2-40B4-BE49-F238E27FC236}">
                <a16:creationId xmlns:a16="http://schemas.microsoft.com/office/drawing/2014/main" id="{2545CAEE-914A-5966-1A20-487B7B07FBD8}"/>
              </a:ext>
            </a:extLst>
          </p:cNvPr>
          <p:cNvSpPr>
            <a:spLocks noGrp="1"/>
          </p:cNvSpPr>
          <p:nvPr>
            <p:ph type="sldNum" sz="quarter" idx="12"/>
          </p:nvPr>
        </p:nvSpPr>
        <p:spPr/>
        <p:txBody>
          <a:bodyPr/>
          <a:lstStyle/>
          <a:p>
            <a:fld id="{F3469444-D02B-D446-9CF8-19DEDDE073D1}" type="slidenum">
              <a:rPr lang="en-US" smtClean="0"/>
              <a:pPr/>
              <a:t>9</a:t>
            </a:fld>
            <a:endParaRPr lang="en-US" dirty="0"/>
          </a:p>
        </p:txBody>
      </p:sp>
      <p:sp>
        <p:nvSpPr>
          <p:cNvPr id="5" name="Rectangle 3">
            <a:extLst>
              <a:ext uri="{FF2B5EF4-FFF2-40B4-BE49-F238E27FC236}">
                <a16:creationId xmlns:a16="http://schemas.microsoft.com/office/drawing/2014/main" id="{A3FDC489-2F79-C2E6-6B26-4918D153F67D}"/>
              </a:ext>
            </a:extLst>
          </p:cNvPr>
          <p:cNvSpPr txBox="1">
            <a:spLocks noChangeArrowheads="1"/>
          </p:cNvSpPr>
          <p:nvPr/>
        </p:nvSpPr>
        <p:spPr>
          <a:xfrm>
            <a:off x="443921" y="1368256"/>
            <a:ext cx="10103577" cy="2778113"/>
          </a:xfrm>
          <a:prstGeom prst="rect">
            <a:avLst/>
          </a:prstGeom>
        </p:spPr>
        <p:txBody>
          <a:bodyPr vert="horz"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r>
              <a:rPr lang="en-GB" b="1" dirty="0"/>
              <a:t>Cannot mark a constructor as static, but can define static block</a:t>
            </a:r>
          </a:p>
          <a:p>
            <a:pPr marL="698500" lvl="1" indent="-342900"/>
            <a:r>
              <a:rPr lang="en-GB" dirty="0"/>
              <a:t>Runs when the class is first accessed</a:t>
            </a:r>
          </a:p>
          <a:p>
            <a:pPr marL="698500" lvl="1" indent="-342900"/>
            <a:r>
              <a:rPr lang="en-GB" dirty="0"/>
              <a:t>Executes before any method calls or object creation</a:t>
            </a:r>
          </a:p>
          <a:p>
            <a:pPr marL="698500" lvl="1" indent="-342900"/>
            <a:r>
              <a:rPr lang="en-GB" dirty="0"/>
              <a:t>Used to initialise complex static fields</a:t>
            </a:r>
          </a:p>
        </p:txBody>
      </p:sp>
      <p:sp>
        <p:nvSpPr>
          <p:cNvPr id="6" name="Rectangle 4">
            <a:extLst>
              <a:ext uri="{FF2B5EF4-FFF2-40B4-BE49-F238E27FC236}">
                <a16:creationId xmlns:a16="http://schemas.microsoft.com/office/drawing/2014/main" id="{CE7856D5-7676-F167-2DDE-08F954D6EFC8}"/>
              </a:ext>
            </a:extLst>
          </p:cNvPr>
          <p:cNvSpPr>
            <a:spLocks noChangeArrowheads="1"/>
          </p:cNvSpPr>
          <p:nvPr/>
        </p:nvSpPr>
        <p:spPr bwMode="auto">
          <a:xfrm>
            <a:off x="1417555" y="3128950"/>
            <a:ext cx="8935485" cy="3413755"/>
          </a:xfrm>
          <a:prstGeom prst="rect">
            <a:avLst/>
          </a:prstGeom>
          <a:solidFill>
            <a:schemeClr val="accent5">
              <a:lumMod val="20000"/>
              <a:lumOff val="80000"/>
            </a:schemeClr>
          </a:solidFill>
          <a:ln w="19050">
            <a:noFill/>
            <a:miter lim="800000"/>
            <a:headEnd/>
            <a:tailEnd/>
          </a:ln>
          <a:effectLst>
            <a:outerShdw blurRad="50800" dist="38100" algn="l" rotWithShape="0">
              <a:prstClr val="black">
                <a:alpha val="40000"/>
              </a:prstClr>
            </a:outerShdw>
          </a:effectLst>
        </p:spPr>
        <p:txBody>
          <a:bodyPr wrap="square" lIns="90488" tIns="44450" rIns="90488" bIns="44450">
            <a:spAutoFit/>
          </a:bodyPr>
          <a:lstStyle/>
          <a:p>
            <a:pPr defTabSz="739775" eaLnBrk="0" hangingPunct="0">
              <a:tabLst>
                <a:tab pos="341313" algn="l"/>
                <a:tab pos="690563" algn="l"/>
                <a:tab pos="1030288" algn="l"/>
                <a:tab pos="1371600" algn="l"/>
              </a:tabLst>
              <a:defRPr/>
            </a:pPr>
            <a:r>
              <a:rPr lang="en-GB" dirty="0">
                <a:solidFill>
                  <a:srgbClr val="0000C8"/>
                </a:solidFill>
                <a:latin typeface="Consolas" panose="020B0609020204030204" pitchFamily="49" charset="0"/>
              </a:rPr>
              <a:t>public class </a:t>
            </a:r>
            <a:r>
              <a:rPr lang="en-GB" dirty="0">
                <a:solidFill>
                  <a:srgbClr val="000000"/>
                </a:solidFill>
                <a:latin typeface="Consolas" panose="020B0609020204030204" pitchFamily="49" charset="0"/>
              </a:rPr>
              <a:t>Car {</a:t>
            </a:r>
          </a:p>
          <a:p>
            <a:pPr defTabSz="739775" eaLnBrk="0" hangingPunct="0">
              <a:tabLst>
                <a:tab pos="341313" algn="l"/>
                <a:tab pos="690563" algn="l"/>
                <a:tab pos="1030288" algn="l"/>
                <a:tab pos="1371600" algn="l"/>
              </a:tabLst>
              <a:defRPr/>
            </a:pPr>
            <a:r>
              <a:rPr lang="en-GB" dirty="0">
                <a:solidFill>
                  <a:srgbClr val="0000C8"/>
                </a:solidFill>
                <a:latin typeface="Consolas" panose="020B0609020204030204" pitchFamily="49" charset="0"/>
              </a:rPr>
              <a:t>  static </a:t>
            </a:r>
            <a:r>
              <a:rPr lang="en-GB" dirty="0">
                <a:solidFill>
                  <a:srgbClr val="000000"/>
                </a:solidFill>
                <a:latin typeface="Consolas" panose="020B0609020204030204" pitchFamily="49" charset="0"/>
              </a:rPr>
              <a:t>licenseAgency</a:t>
            </a:r>
            <a:r>
              <a:rPr lang="en-GB" dirty="0">
                <a:solidFill>
                  <a:srgbClr val="0000C8"/>
                </a:solidFill>
                <a:latin typeface="Consolas" panose="020B0609020204030204" pitchFamily="49" charset="0"/>
              </a:rPr>
              <a:t> </a:t>
            </a:r>
            <a:r>
              <a:rPr lang="en-GB" dirty="0">
                <a:solidFill>
                  <a:srgbClr val="000000"/>
                </a:solidFill>
                <a:latin typeface="Consolas" panose="020B0609020204030204" pitchFamily="49" charset="0"/>
              </a:rPr>
              <a:t>DVLA;</a:t>
            </a:r>
          </a:p>
          <a:p>
            <a:pPr defTabSz="739775" eaLnBrk="0" hangingPunct="0">
              <a:tabLst>
                <a:tab pos="341313" algn="l"/>
                <a:tab pos="690563" algn="l"/>
                <a:tab pos="1030288" algn="l"/>
                <a:tab pos="1371600" algn="l"/>
              </a:tabLst>
              <a:defRPr/>
            </a:pPr>
            <a:endParaRPr lang="en-GB" dirty="0">
              <a:solidFill>
                <a:srgbClr val="0000C8"/>
              </a:solidFill>
              <a:latin typeface="Consolas" panose="020B0609020204030204" pitchFamily="49" charset="0"/>
            </a:endParaRPr>
          </a:p>
          <a:p>
            <a:pPr defTabSz="739775" eaLnBrk="0" hangingPunct="0">
              <a:tabLst>
                <a:tab pos="341313" algn="l"/>
                <a:tab pos="690563" algn="l"/>
                <a:tab pos="1030288" algn="l"/>
                <a:tab pos="1371600" algn="l"/>
              </a:tabLst>
              <a:defRPr/>
            </a:pPr>
            <a:r>
              <a:rPr lang="en-GB" dirty="0">
                <a:solidFill>
                  <a:srgbClr val="0000C8"/>
                </a:solidFill>
                <a:latin typeface="Consolas" panose="020B0609020204030204" pitchFamily="49" charset="0"/>
              </a:rPr>
              <a:t>  </a:t>
            </a:r>
            <a:r>
              <a:rPr lang="en-GB" b="1" dirty="0">
                <a:solidFill>
                  <a:srgbClr val="FF0000"/>
                </a:solidFill>
                <a:latin typeface="Consolas" panose="020B0609020204030204" pitchFamily="49" charset="0"/>
              </a:rPr>
              <a:t>static </a:t>
            </a:r>
            <a:r>
              <a:rPr lang="en-GB" b="1" dirty="0">
                <a:solidFill>
                  <a:srgbClr val="000000"/>
                </a:solidFill>
                <a:latin typeface="Consolas" panose="020B0609020204030204" pitchFamily="49" charset="0"/>
              </a:rPr>
              <a:t>{</a:t>
            </a:r>
            <a:br>
              <a:rPr lang="en-GB" b="1" dirty="0">
                <a:solidFill>
                  <a:srgbClr val="000000"/>
                </a:solidFill>
                <a:latin typeface="Consolas" panose="020B0609020204030204" pitchFamily="49" charset="0"/>
              </a:rPr>
            </a:br>
            <a:r>
              <a:rPr lang="en-GB" b="1" dirty="0">
                <a:solidFill>
                  <a:srgbClr val="000000"/>
                </a:solidFill>
                <a:latin typeface="Consolas" panose="020B0609020204030204" pitchFamily="49" charset="0"/>
              </a:rPr>
              <a:t>    </a:t>
            </a:r>
            <a:r>
              <a:rPr lang="en-GB" b="1" dirty="0">
                <a:solidFill>
                  <a:srgbClr val="0000C8"/>
                </a:solidFill>
                <a:latin typeface="Consolas" panose="020B0609020204030204" pitchFamily="49" charset="0"/>
              </a:rPr>
              <a:t>if</a:t>
            </a:r>
            <a:r>
              <a:rPr lang="en-GB" b="1" dirty="0">
                <a:solidFill>
                  <a:srgbClr val="000000"/>
                </a:solidFill>
                <a:latin typeface="Consolas" panose="020B0609020204030204" pitchFamily="49" charset="0"/>
              </a:rPr>
              <a:t>(...) DVLA = </a:t>
            </a:r>
            <a:r>
              <a:rPr lang="en-GB" b="1" dirty="0">
                <a:solidFill>
                  <a:srgbClr val="0000C8"/>
                </a:solidFill>
                <a:latin typeface="Consolas" panose="020B0609020204030204" pitchFamily="49" charset="0"/>
              </a:rPr>
              <a:t>new</a:t>
            </a:r>
            <a:r>
              <a:rPr lang="en-GB" b="1" dirty="0">
                <a:solidFill>
                  <a:srgbClr val="000000"/>
                </a:solidFill>
                <a:latin typeface="Consolas" panose="020B0609020204030204" pitchFamily="49" charset="0"/>
              </a:rPr>
              <a:t> LicenseAgency( ... );</a:t>
            </a:r>
          </a:p>
          <a:p>
            <a:pPr defTabSz="739775" eaLnBrk="0" hangingPunct="0">
              <a:tabLst>
                <a:tab pos="341313" algn="l"/>
                <a:tab pos="690563" algn="l"/>
                <a:tab pos="1030288" algn="l"/>
                <a:tab pos="1371600" algn="l"/>
              </a:tabLst>
              <a:defRPr/>
            </a:pPr>
            <a:r>
              <a:rPr lang="en-GB" b="1" dirty="0">
                <a:solidFill>
                  <a:srgbClr val="000000"/>
                </a:solidFill>
                <a:latin typeface="Consolas" panose="020B0609020204030204" pitchFamily="49" charset="0"/>
              </a:rPr>
              <a:t>  }</a:t>
            </a:r>
          </a:p>
          <a:p>
            <a:pPr defTabSz="739775" eaLnBrk="0" hangingPunct="0">
              <a:tabLst>
                <a:tab pos="341313" algn="l"/>
                <a:tab pos="690563" algn="l"/>
                <a:tab pos="1030288" algn="l"/>
                <a:tab pos="1371600" algn="l"/>
              </a:tabLst>
              <a:defRPr/>
            </a:pPr>
            <a:br>
              <a:rPr lang="en-GB" dirty="0">
                <a:solidFill>
                  <a:srgbClr val="000000"/>
                </a:solidFill>
                <a:latin typeface="Consolas" panose="020B0609020204030204" pitchFamily="49" charset="0"/>
              </a:rPr>
            </a:br>
            <a:r>
              <a:rPr lang="en-GB" dirty="0">
                <a:solidFill>
                  <a:srgbClr val="000000"/>
                </a:solidFill>
                <a:latin typeface="Consolas" panose="020B0609020204030204" pitchFamily="49" charset="0"/>
              </a:rPr>
              <a:t>  </a:t>
            </a:r>
            <a:r>
              <a:rPr lang="en-GB" dirty="0">
                <a:solidFill>
                  <a:srgbClr val="0000C8"/>
                </a:solidFill>
                <a:latin typeface="Consolas" panose="020B0609020204030204" pitchFamily="49" charset="0"/>
              </a:rPr>
              <a:t>public static void </a:t>
            </a:r>
            <a:r>
              <a:rPr lang="en-GB" dirty="0">
                <a:solidFill>
                  <a:srgbClr val="000000"/>
                </a:solidFill>
                <a:latin typeface="Consolas" panose="020B0609020204030204" pitchFamily="49" charset="0"/>
              </a:rPr>
              <a:t>setLicenseAgency (LicenseAgency la) {</a:t>
            </a:r>
            <a:br>
              <a:rPr lang="en-GB" dirty="0">
                <a:solidFill>
                  <a:srgbClr val="000000"/>
                </a:solidFill>
                <a:latin typeface="Consolas" panose="020B0609020204030204" pitchFamily="49" charset="0"/>
              </a:rPr>
            </a:br>
            <a:r>
              <a:rPr lang="en-GB" dirty="0">
                <a:solidFill>
                  <a:srgbClr val="000000"/>
                </a:solidFill>
                <a:latin typeface="Consolas" panose="020B0609020204030204" pitchFamily="49" charset="0"/>
              </a:rPr>
              <a:t>    DVLA = la;</a:t>
            </a:r>
            <a:br>
              <a:rPr lang="en-GB" dirty="0">
                <a:solidFill>
                  <a:srgbClr val="000000"/>
                </a:solidFill>
                <a:latin typeface="Consolas" panose="020B0609020204030204" pitchFamily="49" charset="0"/>
              </a:rPr>
            </a:br>
            <a:r>
              <a:rPr lang="en-GB" dirty="0">
                <a:solidFill>
                  <a:srgbClr val="000000"/>
                </a:solidFill>
                <a:latin typeface="Consolas" panose="020B0609020204030204" pitchFamily="49" charset="0"/>
              </a:rPr>
              <a:t>  }</a:t>
            </a:r>
          </a:p>
          <a:p>
            <a:pPr defTabSz="739775" eaLnBrk="0" hangingPunct="0">
              <a:tabLst>
                <a:tab pos="341313" algn="l"/>
                <a:tab pos="690563" algn="l"/>
                <a:tab pos="1030288" algn="l"/>
                <a:tab pos="1371600" algn="l"/>
              </a:tabLst>
              <a:defRPr/>
            </a:pPr>
            <a:endParaRPr lang="en-GB" dirty="0">
              <a:solidFill>
                <a:srgbClr val="000000"/>
              </a:solidFill>
              <a:latin typeface="Consolas" panose="020B0609020204030204" pitchFamily="49" charset="0"/>
            </a:endParaRPr>
          </a:p>
          <a:p>
            <a:pPr defTabSz="739775" eaLnBrk="0" hangingPunct="0">
              <a:tabLst>
                <a:tab pos="341313" algn="l"/>
                <a:tab pos="690563" algn="l"/>
                <a:tab pos="1030288" algn="l"/>
                <a:tab pos="1371600" algn="l"/>
              </a:tabLst>
              <a:defRPr/>
            </a:pPr>
            <a:r>
              <a:rPr lang="en-GB" dirty="0">
                <a:solidFill>
                  <a:srgbClr val="000000"/>
                </a:solidFill>
                <a:latin typeface="Consolas" panose="020B0609020204030204" pitchFamily="49" charset="0"/>
              </a:rPr>
              <a:t>}</a:t>
            </a:r>
          </a:p>
        </p:txBody>
      </p:sp>
      <p:sp>
        <p:nvSpPr>
          <p:cNvPr id="7" name="Rectangle 6">
            <a:extLst>
              <a:ext uri="{FF2B5EF4-FFF2-40B4-BE49-F238E27FC236}">
                <a16:creationId xmlns:a16="http://schemas.microsoft.com/office/drawing/2014/main" id="{04122AF8-4B42-1B73-B9D4-DFD44797A631}"/>
              </a:ext>
            </a:extLst>
          </p:cNvPr>
          <p:cNvSpPr/>
          <p:nvPr/>
        </p:nvSpPr>
        <p:spPr>
          <a:xfrm>
            <a:off x="1208314" y="3864429"/>
            <a:ext cx="9459686" cy="1121228"/>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24643993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5F8DEF-0B1B-FF39-BD5E-4C13A774522D}"/>
              </a:ext>
            </a:extLst>
          </p:cNvPr>
          <p:cNvSpPr>
            <a:spLocks noGrp="1"/>
          </p:cNvSpPr>
          <p:nvPr>
            <p:ph type="ctrTitle"/>
          </p:nvPr>
        </p:nvSpPr>
        <p:spPr/>
        <p:txBody>
          <a:bodyPr/>
          <a:lstStyle/>
          <a:p>
            <a:r>
              <a:rPr lang="en-GB" dirty="0"/>
              <a:t>final fields</a:t>
            </a:r>
          </a:p>
        </p:txBody>
      </p:sp>
      <p:sp>
        <p:nvSpPr>
          <p:cNvPr id="4" name="Slide Number Placeholder 3">
            <a:extLst>
              <a:ext uri="{FF2B5EF4-FFF2-40B4-BE49-F238E27FC236}">
                <a16:creationId xmlns:a16="http://schemas.microsoft.com/office/drawing/2014/main" id="{4A314D5D-274D-9D4E-461C-96CA8FA993AD}"/>
              </a:ext>
            </a:extLst>
          </p:cNvPr>
          <p:cNvSpPr>
            <a:spLocks noGrp="1"/>
          </p:cNvSpPr>
          <p:nvPr>
            <p:ph type="sldNum" sz="quarter" idx="12"/>
          </p:nvPr>
        </p:nvSpPr>
        <p:spPr/>
        <p:txBody>
          <a:bodyPr/>
          <a:lstStyle/>
          <a:p>
            <a:fld id="{F3469444-D02B-D446-9CF8-19DEDDE073D1}" type="slidenum">
              <a:rPr lang="en-US" smtClean="0"/>
              <a:pPr/>
              <a:t>10</a:t>
            </a:fld>
            <a:endParaRPr lang="en-US" dirty="0"/>
          </a:p>
        </p:txBody>
      </p:sp>
      <p:sp>
        <p:nvSpPr>
          <p:cNvPr id="5" name="Rectangle 3">
            <a:extLst>
              <a:ext uri="{FF2B5EF4-FFF2-40B4-BE49-F238E27FC236}">
                <a16:creationId xmlns:a16="http://schemas.microsoft.com/office/drawing/2014/main" id="{F0529AEE-6CD6-AC3A-4418-E6AC8D5A7881}"/>
              </a:ext>
            </a:extLst>
          </p:cNvPr>
          <p:cNvSpPr txBox="1">
            <a:spLocks noChangeArrowheads="1"/>
          </p:cNvSpPr>
          <p:nvPr/>
        </p:nvSpPr>
        <p:spPr>
          <a:xfrm>
            <a:off x="446120" y="1798206"/>
            <a:ext cx="11301379" cy="3898020"/>
          </a:xfrm>
          <a:prstGeom prst="rect">
            <a:avLst/>
          </a:prstGeom>
        </p:spPr>
        <p:txBody>
          <a:bodyPr vert="horz"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r>
              <a:rPr lang="en-GB" dirty="0">
                <a:solidFill>
                  <a:schemeClr val="accent4">
                    <a:lumMod val="50000"/>
                  </a:schemeClr>
                </a:solidFill>
                <a:latin typeface="Consolas" panose="020B0609020204030204" pitchFamily="49" charset="0"/>
              </a:rPr>
              <a:t>final</a:t>
            </a:r>
            <a:r>
              <a:rPr lang="en-GB" dirty="0"/>
              <a:t> variables can be assigned to in declaration or in a constructor.</a:t>
            </a:r>
          </a:p>
          <a:p>
            <a:pPr marL="684000" lvl="1" indent="-342900">
              <a:buSzPct val="115000"/>
            </a:pPr>
            <a:r>
              <a:rPr lang="en-GB" dirty="0"/>
              <a:t>Then they are read-only – they can be instance or static members.</a:t>
            </a:r>
          </a:p>
          <a:p>
            <a:pPr marL="180000" lvl="1" indent="-180000"/>
            <a:endParaRPr lang="en-GB" dirty="0"/>
          </a:p>
          <a:p>
            <a:pPr marL="180000" lvl="1" indent="-180000"/>
            <a:endParaRPr lang="en-GB" dirty="0"/>
          </a:p>
          <a:p>
            <a:pPr marL="0" lvl="1" indent="0">
              <a:buFont typeface="Arial" panose="020B0604020202020204" pitchFamily="34" charset="0"/>
              <a:buNone/>
            </a:pPr>
            <a:endParaRPr lang="en-GB" sz="4000" dirty="0"/>
          </a:p>
          <a:p>
            <a:pPr marL="0" lvl="1" indent="0">
              <a:buFont typeface="Arial" panose="020B0604020202020204" pitchFamily="34" charset="0"/>
              <a:buNone/>
            </a:pPr>
            <a:endParaRPr lang="en-GB" dirty="0"/>
          </a:p>
          <a:p>
            <a:pPr marL="342900" indent="-342900"/>
            <a:endParaRPr lang="en-GB" dirty="0"/>
          </a:p>
        </p:txBody>
      </p:sp>
      <p:sp>
        <p:nvSpPr>
          <p:cNvPr id="6" name="Rectangle 5">
            <a:extLst>
              <a:ext uri="{FF2B5EF4-FFF2-40B4-BE49-F238E27FC236}">
                <a16:creationId xmlns:a16="http://schemas.microsoft.com/office/drawing/2014/main" id="{F7476A0F-9D78-A90D-1B47-4B9A661F77DD}"/>
              </a:ext>
            </a:extLst>
          </p:cNvPr>
          <p:cNvSpPr>
            <a:spLocks noChangeArrowheads="1"/>
          </p:cNvSpPr>
          <p:nvPr/>
        </p:nvSpPr>
        <p:spPr bwMode="auto">
          <a:xfrm>
            <a:off x="1190510" y="2754964"/>
            <a:ext cx="9097525" cy="2028761"/>
          </a:xfrm>
          <a:prstGeom prst="rect">
            <a:avLst/>
          </a:prstGeom>
          <a:solidFill>
            <a:schemeClr val="accent5">
              <a:lumMod val="20000"/>
              <a:lumOff val="80000"/>
            </a:schemeClr>
          </a:solidFill>
          <a:ln w="19050">
            <a:noFill/>
            <a:miter lim="800000"/>
            <a:headEnd/>
            <a:tailEnd/>
          </a:ln>
          <a:effectLst>
            <a:outerShdw blurRad="50800" dist="38100" algn="l" rotWithShape="0">
              <a:prstClr val="black">
                <a:alpha val="40000"/>
              </a:prstClr>
            </a:outerShdw>
          </a:effectLst>
        </p:spPr>
        <p:txBody>
          <a:bodyPr wrap="square" lIns="90488" tIns="44450" rIns="90488" bIns="44450">
            <a:spAutoFit/>
          </a:bodyPr>
          <a:lstStyle/>
          <a:p>
            <a:pPr defTabSz="739775" eaLnBrk="0" hangingPunct="0">
              <a:tabLst>
                <a:tab pos="341313" algn="l"/>
                <a:tab pos="690563" algn="l"/>
                <a:tab pos="1030288" algn="l"/>
                <a:tab pos="1371600" algn="l"/>
              </a:tabLst>
              <a:defRPr/>
            </a:pPr>
            <a:r>
              <a:rPr lang="en-GB" dirty="0">
                <a:solidFill>
                  <a:srgbClr val="0000C8"/>
                </a:solidFill>
                <a:latin typeface="Consolas" panose="020B0609020204030204" pitchFamily="49" charset="0"/>
              </a:rPr>
              <a:t>public class</a:t>
            </a:r>
            <a:r>
              <a:rPr lang="en-GB" dirty="0">
                <a:solidFill>
                  <a:srgbClr val="000000"/>
                </a:solidFill>
                <a:latin typeface="Consolas" panose="020B0609020204030204" pitchFamily="49" charset="0"/>
              </a:rPr>
              <a:t> Car {</a:t>
            </a:r>
          </a:p>
          <a:p>
            <a:pPr defTabSz="739775" eaLnBrk="0" hangingPunct="0">
              <a:tabLst>
                <a:tab pos="341313" algn="l"/>
                <a:tab pos="690563" algn="l"/>
                <a:tab pos="1030288" algn="l"/>
                <a:tab pos="1371600" algn="l"/>
              </a:tabLst>
              <a:defRPr/>
            </a:pPr>
            <a:r>
              <a:rPr lang="en-GB" dirty="0">
                <a:solidFill>
                  <a:srgbClr val="000000"/>
                </a:solidFill>
                <a:latin typeface="Consolas" panose="020B0609020204030204" pitchFamily="49" charset="0"/>
              </a:rPr>
              <a:t>  </a:t>
            </a:r>
            <a:r>
              <a:rPr lang="en-GB" b="1" dirty="0">
                <a:solidFill>
                  <a:srgbClr val="0000C8"/>
                </a:solidFill>
                <a:latin typeface="Consolas" panose="020B0609020204030204" pitchFamily="49" charset="0"/>
              </a:rPr>
              <a:t>public </a:t>
            </a:r>
            <a:r>
              <a:rPr lang="en-GB" b="1" dirty="0">
                <a:solidFill>
                  <a:schemeClr val="accent4">
                    <a:lumMod val="50000"/>
                  </a:schemeClr>
                </a:solidFill>
                <a:latin typeface="Consolas" panose="020B0609020204030204" pitchFamily="49" charset="0"/>
              </a:rPr>
              <a:t>final</a:t>
            </a:r>
            <a:r>
              <a:rPr lang="en-GB" b="1" dirty="0">
                <a:solidFill>
                  <a:srgbClr val="FA3200"/>
                </a:solidFill>
                <a:latin typeface="Consolas" panose="020B0609020204030204" pitchFamily="49" charset="0"/>
              </a:rPr>
              <a:t> </a:t>
            </a:r>
            <a:r>
              <a:rPr lang="en-GB" b="1" dirty="0">
                <a:solidFill>
                  <a:srgbClr val="000000"/>
                </a:solidFill>
                <a:latin typeface="Consolas" panose="020B0609020204030204" pitchFamily="49" charset="0"/>
              </a:rPr>
              <a:t>int yearOfCreation;</a:t>
            </a:r>
          </a:p>
          <a:p>
            <a:pPr defTabSz="739775" eaLnBrk="0" hangingPunct="0">
              <a:tabLst>
                <a:tab pos="341313" algn="l"/>
                <a:tab pos="690563" algn="l"/>
                <a:tab pos="1030288" algn="l"/>
                <a:tab pos="1371600" algn="l"/>
              </a:tabLst>
              <a:defRPr/>
            </a:pPr>
            <a:r>
              <a:rPr lang="en-GB" dirty="0">
                <a:solidFill>
                  <a:srgbClr val="000000"/>
                </a:solidFill>
                <a:latin typeface="Consolas" panose="020B0609020204030204" pitchFamily="49" charset="0"/>
              </a:rPr>
              <a:t>  </a:t>
            </a:r>
          </a:p>
          <a:p>
            <a:pPr defTabSz="739775" eaLnBrk="0" hangingPunct="0">
              <a:tabLst>
                <a:tab pos="341313" algn="l"/>
                <a:tab pos="690563" algn="l"/>
                <a:tab pos="1030288" algn="l"/>
                <a:tab pos="1371600" algn="l"/>
              </a:tabLst>
              <a:defRPr/>
            </a:pPr>
            <a:r>
              <a:rPr lang="en-GB" dirty="0">
                <a:solidFill>
                  <a:srgbClr val="000000"/>
                </a:solidFill>
                <a:latin typeface="Consolas" panose="020B0609020204030204" pitchFamily="49" charset="0"/>
              </a:rPr>
              <a:t>  </a:t>
            </a:r>
            <a:r>
              <a:rPr lang="en-GB" dirty="0">
                <a:solidFill>
                  <a:srgbClr val="0000C8"/>
                </a:solidFill>
                <a:latin typeface="Consolas" panose="020B0609020204030204" pitchFamily="49" charset="0"/>
              </a:rPr>
              <a:t>public</a:t>
            </a:r>
            <a:r>
              <a:rPr lang="en-GB" dirty="0">
                <a:solidFill>
                  <a:srgbClr val="000000"/>
                </a:solidFill>
                <a:latin typeface="Consolas" panose="020B0609020204030204" pitchFamily="49" charset="0"/>
              </a:rPr>
              <a:t> Car() {	</a:t>
            </a:r>
            <a:br>
              <a:rPr lang="en-GB" dirty="0">
                <a:solidFill>
                  <a:srgbClr val="000000"/>
                </a:solidFill>
                <a:latin typeface="Consolas" panose="020B0609020204030204" pitchFamily="49" charset="0"/>
              </a:rPr>
            </a:br>
            <a:r>
              <a:rPr lang="en-GB" dirty="0">
                <a:solidFill>
                  <a:srgbClr val="000000"/>
                </a:solidFill>
                <a:latin typeface="Consolas" panose="020B0609020204030204" pitchFamily="49" charset="0"/>
              </a:rPr>
              <a:t>    yearOfCreation = Calendar.getInstance().get(Calendar.YEAR);</a:t>
            </a:r>
            <a:br>
              <a:rPr lang="en-GB" dirty="0">
                <a:solidFill>
                  <a:srgbClr val="000000"/>
                </a:solidFill>
                <a:latin typeface="Consolas" panose="020B0609020204030204" pitchFamily="49" charset="0"/>
              </a:rPr>
            </a:br>
            <a:r>
              <a:rPr lang="en-GB" dirty="0">
                <a:solidFill>
                  <a:srgbClr val="000000"/>
                </a:solidFill>
                <a:latin typeface="Consolas" panose="020B0609020204030204" pitchFamily="49" charset="0"/>
              </a:rPr>
              <a:t>  }</a:t>
            </a:r>
          </a:p>
          <a:p>
            <a:pPr defTabSz="739775" eaLnBrk="0" hangingPunct="0">
              <a:tabLst>
                <a:tab pos="341313" algn="l"/>
                <a:tab pos="690563" algn="l"/>
                <a:tab pos="1030288" algn="l"/>
                <a:tab pos="1371600" algn="l"/>
              </a:tabLst>
              <a:defRPr/>
            </a:pPr>
            <a:r>
              <a:rPr lang="en-GB" dirty="0">
                <a:solidFill>
                  <a:srgbClr val="000000"/>
                </a:solidFill>
                <a:latin typeface="Consolas" panose="020B0609020204030204" pitchFamily="49" charset="0"/>
              </a:rPr>
              <a:t>}</a:t>
            </a:r>
            <a:endParaRPr lang="en-GB" dirty="0">
              <a:solidFill>
                <a:srgbClr val="008000"/>
              </a:solidFill>
              <a:latin typeface="Consolas" panose="020B0609020204030204" pitchFamily="49" charset="0"/>
            </a:endParaRPr>
          </a:p>
        </p:txBody>
      </p:sp>
      <p:sp>
        <p:nvSpPr>
          <p:cNvPr id="7" name="Rectangle 5">
            <a:extLst>
              <a:ext uri="{FF2B5EF4-FFF2-40B4-BE49-F238E27FC236}">
                <a16:creationId xmlns:a16="http://schemas.microsoft.com/office/drawing/2014/main" id="{4B8708DA-7735-F994-5AA3-9A275E1F2679}"/>
              </a:ext>
            </a:extLst>
          </p:cNvPr>
          <p:cNvSpPr>
            <a:spLocks noChangeArrowheads="1"/>
          </p:cNvSpPr>
          <p:nvPr/>
        </p:nvSpPr>
        <p:spPr bwMode="auto">
          <a:xfrm>
            <a:off x="1190510" y="4931359"/>
            <a:ext cx="9097525" cy="1197764"/>
          </a:xfrm>
          <a:prstGeom prst="rect">
            <a:avLst/>
          </a:prstGeom>
          <a:solidFill>
            <a:schemeClr val="bg2">
              <a:lumMod val="95000"/>
            </a:schemeClr>
          </a:solidFill>
          <a:ln w="19050">
            <a:noFill/>
            <a:miter lim="800000"/>
            <a:headEnd/>
            <a:tailEnd/>
          </a:ln>
          <a:effectLst>
            <a:outerShdw blurRad="50800" dist="38100" algn="l" rotWithShape="0">
              <a:prstClr val="black">
                <a:alpha val="40000"/>
              </a:prstClr>
            </a:outerShdw>
          </a:effectLst>
        </p:spPr>
        <p:txBody>
          <a:bodyPr wrap="square" lIns="90488" tIns="44450" rIns="90488" bIns="44450">
            <a:spAutoFit/>
          </a:bodyPr>
          <a:lstStyle/>
          <a:p>
            <a:pPr defTabSz="739775" eaLnBrk="0" hangingPunct="0">
              <a:tabLst>
                <a:tab pos="341313" algn="l"/>
                <a:tab pos="690563" algn="l"/>
                <a:tab pos="1030288" algn="l"/>
                <a:tab pos="1371600" algn="l"/>
              </a:tabLst>
              <a:defRPr/>
            </a:pPr>
            <a:r>
              <a:rPr lang="en-GB" dirty="0">
                <a:solidFill>
                  <a:srgbClr val="0000C8"/>
                </a:solidFill>
                <a:latin typeface="Consolas" panose="020B0609020204030204" pitchFamily="49" charset="0"/>
              </a:rPr>
              <a:t>public class</a:t>
            </a:r>
            <a:r>
              <a:rPr lang="en-GB" dirty="0">
                <a:solidFill>
                  <a:srgbClr val="000000"/>
                </a:solidFill>
                <a:latin typeface="Consolas" panose="020B0609020204030204" pitchFamily="49" charset="0"/>
              </a:rPr>
              <a:t> Math {</a:t>
            </a:r>
          </a:p>
          <a:p>
            <a:pPr defTabSz="739775" eaLnBrk="0" hangingPunct="0">
              <a:tabLst>
                <a:tab pos="341313" algn="l"/>
                <a:tab pos="690563" algn="l"/>
                <a:tab pos="1030288" algn="l"/>
                <a:tab pos="1371600" algn="l"/>
              </a:tabLst>
              <a:defRPr/>
            </a:pPr>
            <a:r>
              <a:rPr lang="en-GB" dirty="0">
                <a:solidFill>
                  <a:srgbClr val="000000"/>
                </a:solidFill>
                <a:latin typeface="Consolas" panose="020B0609020204030204" pitchFamily="49" charset="0"/>
              </a:rPr>
              <a:t>  </a:t>
            </a:r>
            <a:r>
              <a:rPr lang="en-GB" dirty="0">
                <a:solidFill>
                  <a:srgbClr val="0000C8"/>
                </a:solidFill>
                <a:latin typeface="Consolas" panose="020B0609020204030204" pitchFamily="49" charset="0"/>
              </a:rPr>
              <a:t>public static final double </a:t>
            </a:r>
            <a:r>
              <a:rPr lang="en-GB" dirty="0">
                <a:latin typeface="Consolas" panose="020B0609020204030204" pitchFamily="49" charset="0"/>
              </a:rPr>
              <a:t>PI</a:t>
            </a:r>
            <a:r>
              <a:rPr lang="en-GB" dirty="0">
                <a:solidFill>
                  <a:srgbClr val="FA3200"/>
                </a:solidFill>
                <a:latin typeface="Consolas" panose="020B0609020204030204" pitchFamily="49" charset="0"/>
              </a:rPr>
              <a:t> = </a:t>
            </a:r>
            <a:r>
              <a:rPr lang="en-GB" dirty="0"/>
              <a:t>3.14159265358979323846 ;</a:t>
            </a:r>
            <a:br>
              <a:rPr lang="en-GB" dirty="0"/>
            </a:br>
            <a:r>
              <a:rPr lang="en-GB" dirty="0"/>
              <a:t>     </a:t>
            </a:r>
            <a:endParaRPr lang="en-GB" dirty="0">
              <a:solidFill>
                <a:srgbClr val="000000"/>
              </a:solidFill>
              <a:latin typeface="Consolas" panose="020B0609020204030204" pitchFamily="49" charset="0"/>
            </a:endParaRPr>
          </a:p>
          <a:p>
            <a:pPr defTabSz="739775" eaLnBrk="0" hangingPunct="0">
              <a:tabLst>
                <a:tab pos="341313" algn="l"/>
                <a:tab pos="690563" algn="l"/>
                <a:tab pos="1030288" algn="l"/>
                <a:tab pos="1371600" algn="l"/>
              </a:tabLst>
              <a:defRPr/>
            </a:pPr>
            <a:r>
              <a:rPr lang="en-GB" dirty="0">
                <a:solidFill>
                  <a:srgbClr val="000000"/>
                </a:solidFill>
                <a:latin typeface="Consolas" panose="020B0609020204030204" pitchFamily="49" charset="0"/>
              </a:rPr>
              <a:t>}</a:t>
            </a:r>
            <a:endParaRPr lang="en-GB" dirty="0">
              <a:solidFill>
                <a:srgbClr val="008000"/>
              </a:solidFill>
              <a:latin typeface="Consolas" panose="020B0609020204030204" pitchFamily="49" charset="0"/>
            </a:endParaRPr>
          </a:p>
        </p:txBody>
      </p:sp>
    </p:spTree>
    <p:extLst>
      <p:ext uri="{BB962C8B-B14F-4D97-AF65-F5344CB8AC3E}">
        <p14:creationId xmlns:p14="http://schemas.microsoft.com/office/powerpoint/2010/main" val="27345478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126984-B2D9-34CB-9311-39857ED6C28B}"/>
              </a:ext>
            </a:extLst>
          </p:cNvPr>
          <p:cNvSpPr>
            <a:spLocks noGrp="1"/>
          </p:cNvSpPr>
          <p:nvPr>
            <p:ph type="ctrTitle"/>
          </p:nvPr>
        </p:nvSpPr>
        <p:spPr/>
        <p:txBody>
          <a:bodyPr/>
          <a:lstStyle/>
          <a:p>
            <a:r>
              <a:rPr lang="en-GB" dirty="0"/>
              <a:t>Creating global constants to avoid magic values</a:t>
            </a:r>
          </a:p>
        </p:txBody>
      </p:sp>
      <p:sp>
        <p:nvSpPr>
          <p:cNvPr id="4" name="Slide Number Placeholder 3">
            <a:extLst>
              <a:ext uri="{FF2B5EF4-FFF2-40B4-BE49-F238E27FC236}">
                <a16:creationId xmlns:a16="http://schemas.microsoft.com/office/drawing/2014/main" id="{5F65C42E-D67D-B9B9-B16F-D9716F36257C}"/>
              </a:ext>
            </a:extLst>
          </p:cNvPr>
          <p:cNvSpPr>
            <a:spLocks noGrp="1"/>
          </p:cNvSpPr>
          <p:nvPr>
            <p:ph type="sldNum" sz="quarter" idx="12"/>
          </p:nvPr>
        </p:nvSpPr>
        <p:spPr/>
        <p:txBody>
          <a:bodyPr/>
          <a:lstStyle/>
          <a:p>
            <a:fld id="{F3469444-D02B-D446-9CF8-19DEDDE073D1}" type="slidenum">
              <a:rPr lang="en-US" smtClean="0"/>
              <a:pPr/>
              <a:t>11</a:t>
            </a:fld>
            <a:endParaRPr lang="en-US" dirty="0"/>
          </a:p>
        </p:txBody>
      </p:sp>
      <p:sp>
        <p:nvSpPr>
          <p:cNvPr id="5" name="TextBox 4">
            <a:extLst>
              <a:ext uri="{FF2B5EF4-FFF2-40B4-BE49-F238E27FC236}">
                <a16:creationId xmlns:a16="http://schemas.microsoft.com/office/drawing/2014/main" id="{39A7D3A2-2DCA-815D-2444-9D82E25B8FA2}"/>
              </a:ext>
            </a:extLst>
          </p:cNvPr>
          <p:cNvSpPr txBox="1"/>
          <p:nvPr/>
        </p:nvSpPr>
        <p:spPr>
          <a:xfrm>
            <a:off x="964432" y="1733108"/>
            <a:ext cx="10395856" cy="3970318"/>
          </a:xfrm>
          <a:prstGeom prst="rect">
            <a:avLst/>
          </a:prstGeom>
          <a:solidFill>
            <a:schemeClr val="accent5">
              <a:lumMod val="20000"/>
              <a:lumOff val="80000"/>
            </a:schemeClr>
          </a:solidFill>
          <a:ln>
            <a:no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a:spAutoFit/>
          </a:bodyPr>
          <a:lstStyle/>
          <a:p>
            <a:r>
              <a:rPr lang="en-GB" dirty="0">
                <a:solidFill>
                  <a:srgbClr val="0000FF"/>
                </a:solidFill>
                <a:latin typeface="Consolas" panose="020B0609020204030204" pitchFamily="49" charset="0"/>
              </a:rPr>
              <a:t>class</a:t>
            </a:r>
            <a:r>
              <a:rPr lang="en-GB" dirty="0">
                <a:solidFill>
                  <a:srgbClr val="000000"/>
                </a:solidFill>
                <a:latin typeface="Consolas" panose="020B0609020204030204" pitchFamily="49" charset="0"/>
              </a:rPr>
              <a:t> </a:t>
            </a:r>
            <a:r>
              <a:rPr lang="en-GB" dirty="0">
                <a:solidFill>
                  <a:srgbClr val="2B91AF"/>
                </a:solidFill>
                <a:latin typeface="Consolas" panose="020B0609020204030204" pitchFamily="49" charset="0"/>
              </a:rPr>
              <a:t>AppConfig</a:t>
            </a:r>
            <a:endParaRPr lang="en-GB" dirty="0">
              <a:solidFill>
                <a:srgbClr val="000000"/>
              </a:solidFill>
              <a:latin typeface="Consolas" panose="020B0609020204030204" pitchFamily="49" charset="0"/>
            </a:endParaRPr>
          </a:p>
          <a:p>
            <a:r>
              <a:rPr lang="en-GB" dirty="0">
                <a:solidFill>
                  <a:srgbClr val="000000"/>
                </a:solidFill>
                <a:latin typeface="Consolas" panose="020B0609020204030204" pitchFamily="49" charset="0"/>
              </a:rPr>
              <a:t>{</a:t>
            </a:r>
          </a:p>
          <a:p>
            <a:r>
              <a:rPr lang="en-GB" dirty="0">
                <a:solidFill>
                  <a:srgbClr val="000000"/>
                </a:solidFill>
                <a:latin typeface="Consolas" panose="020B0609020204030204" pitchFamily="49" charset="0"/>
              </a:rPr>
              <a:t>    </a:t>
            </a:r>
            <a:r>
              <a:rPr lang="en-GB" dirty="0">
                <a:solidFill>
                  <a:srgbClr val="0000FF"/>
                </a:solidFill>
                <a:latin typeface="Consolas" panose="020B0609020204030204" pitchFamily="49" charset="0"/>
              </a:rPr>
              <a:t>public</a:t>
            </a:r>
            <a:r>
              <a:rPr lang="en-GB" dirty="0">
                <a:solidFill>
                  <a:srgbClr val="000000"/>
                </a:solidFill>
                <a:latin typeface="Consolas" panose="020B0609020204030204" pitchFamily="49" charset="0"/>
              </a:rPr>
              <a:t> </a:t>
            </a:r>
            <a:r>
              <a:rPr lang="en-GB" dirty="0">
                <a:solidFill>
                  <a:srgbClr val="0000FF"/>
                </a:solidFill>
                <a:latin typeface="Consolas" panose="020B0609020204030204" pitchFamily="49" charset="0"/>
              </a:rPr>
              <a:t>static</a:t>
            </a:r>
            <a:r>
              <a:rPr lang="en-GB" dirty="0">
                <a:solidFill>
                  <a:srgbClr val="000000"/>
                </a:solidFill>
                <a:latin typeface="Consolas" panose="020B0609020204030204" pitchFamily="49" charset="0"/>
              </a:rPr>
              <a:t> final String APP_NAME = </a:t>
            </a:r>
            <a:r>
              <a:rPr lang="en-GB" dirty="0">
                <a:solidFill>
                  <a:srgbClr val="A31515"/>
                </a:solidFill>
                <a:latin typeface="Consolas" panose="020B0609020204030204" pitchFamily="49" charset="0"/>
              </a:rPr>
              <a:t>"My Java game"</a:t>
            </a:r>
            <a:r>
              <a:rPr lang="en-GB" dirty="0">
                <a:solidFill>
                  <a:srgbClr val="000000"/>
                </a:solidFill>
                <a:latin typeface="Consolas" panose="020B0609020204030204" pitchFamily="49" charset="0"/>
              </a:rPr>
              <a:t>;</a:t>
            </a:r>
          </a:p>
          <a:p>
            <a:r>
              <a:rPr lang="en-GB" dirty="0">
                <a:solidFill>
                  <a:srgbClr val="000000"/>
                </a:solidFill>
                <a:latin typeface="Consolas" panose="020B0609020204030204" pitchFamily="49" charset="0"/>
              </a:rPr>
              <a:t>    </a:t>
            </a:r>
            <a:r>
              <a:rPr lang="en-GB" dirty="0">
                <a:solidFill>
                  <a:srgbClr val="0000FF"/>
                </a:solidFill>
                <a:latin typeface="Consolas" panose="020B0609020204030204" pitchFamily="49" charset="0"/>
              </a:rPr>
              <a:t>public</a:t>
            </a:r>
            <a:r>
              <a:rPr lang="en-GB" dirty="0">
                <a:solidFill>
                  <a:srgbClr val="000000"/>
                </a:solidFill>
                <a:latin typeface="Consolas" panose="020B0609020204030204" pitchFamily="49" charset="0"/>
              </a:rPr>
              <a:t> </a:t>
            </a:r>
            <a:r>
              <a:rPr lang="en-GB" dirty="0">
                <a:solidFill>
                  <a:srgbClr val="0000FF"/>
                </a:solidFill>
                <a:latin typeface="Consolas" panose="020B0609020204030204" pitchFamily="49" charset="0"/>
              </a:rPr>
              <a:t>static</a:t>
            </a:r>
            <a:r>
              <a:rPr lang="en-GB" dirty="0">
                <a:solidFill>
                  <a:srgbClr val="000000"/>
                </a:solidFill>
                <a:latin typeface="Consolas" panose="020B0609020204030204" pitchFamily="49" charset="0"/>
              </a:rPr>
              <a:t> final </a:t>
            </a:r>
            <a:r>
              <a:rPr lang="en-GB" dirty="0">
                <a:solidFill>
                  <a:srgbClr val="0000FF"/>
                </a:solidFill>
                <a:latin typeface="Consolas" panose="020B0609020204030204" pitchFamily="49" charset="0"/>
              </a:rPr>
              <a:t>int</a:t>
            </a:r>
            <a:r>
              <a:rPr lang="en-GB" dirty="0">
                <a:solidFill>
                  <a:srgbClr val="000000"/>
                </a:solidFill>
                <a:latin typeface="Consolas" panose="020B0609020204030204" pitchFamily="49" charset="0"/>
              </a:rPr>
              <a:t> 	  MAX_USERS = 100;</a:t>
            </a:r>
          </a:p>
          <a:p>
            <a:r>
              <a:rPr lang="en-GB" dirty="0">
                <a:solidFill>
                  <a:srgbClr val="000000"/>
                </a:solidFill>
                <a:latin typeface="Consolas" panose="020B0609020204030204" pitchFamily="49" charset="0"/>
              </a:rPr>
              <a:t>}</a:t>
            </a:r>
          </a:p>
          <a:p>
            <a:endParaRPr lang="en-GB" sz="1800" dirty="0">
              <a:solidFill>
                <a:srgbClr val="000000"/>
              </a:solidFill>
              <a:latin typeface="Consolas" panose="020B0609020204030204" pitchFamily="49" charset="0"/>
            </a:endParaRPr>
          </a:p>
          <a:p>
            <a:r>
              <a:rPr lang="en-GB" sz="1800" dirty="0">
                <a:solidFill>
                  <a:srgbClr val="0000FF"/>
                </a:solidFill>
                <a:latin typeface="Consolas" panose="020B0609020204030204" pitchFamily="49" charset="0"/>
              </a:rPr>
              <a:t>public</a:t>
            </a:r>
            <a:r>
              <a:rPr lang="en-GB" sz="1800" dirty="0">
                <a:solidFill>
                  <a:srgbClr val="000000"/>
                </a:solidFill>
                <a:latin typeface="Consolas" panose="020B0609020204030204" pitchFamily="49" charset="0"/>
              </a:rPr>
              <a:t> </a:t>
            </a:r>
            <a:r>
              <a:rPr lang="en-GB" sz="1800" dirty="0">
                <a:solidFill>
                  <a:srgbClr val="0000FF"/>
                </a:solidFill>
                <a:latin typeface="Consolas" panose="020B0609020204030204" pitchFamily="49" charset="0"/>
              </a:rPr>
              <a:t>class</a:t>
            </a:r>
            <a:r>
              <a:rPr lang="en-GB" sz="1800" dirty="0">
                <a:solidFill>
                  <a:srgbClr val="000000"/>
                </a:solidFill>
                <a:latin typeface="Consolas" panose="020B0609020204030204" pitchFamily="49" charset="0"/>
              </a:rPr>
              <a:t> </a:t>
            </a:r>
            <a:r>
              <a:rPr lang="en-GB" sz="1800" dirty="0">
                <a:solidFill>
                  <a:srgbClr val="2B91AF"/>
                </a:solidFill>
                <a:latin typeface="Consolas" panose="020B0609020204030204" pitchFamily="49" charset="0"/>
              </a:rPr>
              <a:t>Main</a:t>
            </a:r>
            <a:endParaRPr lang="en-GB" sz="1800" dirty="0">
              <a:solidFill>
                <a:srgbClr val="000000"/>
              </a:solidFill>
              <a:latin typeface="Consolas" panose="020B0609020204030204" pitchFamily="49" charset="0"/>
            </a:endParaRPr>
          </a:p>
          <a:p>
            <a:r>
              <a:rPr lang="en-GB" sz="1800" dirty="0">
                <a:solidFill>
                  <a:srgbClr val="000000"/>
                </a:solidFill>
                <a:latin typeface="Consolas" panose="020B0609020204030204" pitchFamily="49" charset="0"/>
              </a:rPr>
              <a:t>{</a:t>
            </a:r>
          </a:p>
          <a:p>
            <a:r>
              <a:rPr lang="en-GB" sz="1800" dirty="0">
                <a:solidFill>
                  <a:srgbClr val="000000"/>
                </a:solidFill>
                <a:latin typeface="Consolas" panose="020B0609020204030204" pitchFamily="49" charset="0"/>
              </a:rPr>
              <a:t>    </a:t>
            </a:r>
            <a:r>
              <a:rPr lang="en-GB" sz="1800" dirty="0">
                <a:solidFill>
                  <a:srgbClr val="0000FF"/>
                </a:solidFill>
                <a:latin typeface="Consolas" panose="020B0609020204030204" pitchFamily="49" charset="0"/>
              </a:rPr>
              <a:t>public</a:t>
            </a:r>
            <a:r>
              <a:rPr lang="en-GB" sz="1800" dirty="0">
                <a:solidFill>
                  <a:srgbClr val="000000"/>
                </a:solidFill>
                <a:latin typeface="Consolas" panose="020B0609020204030204" pitchFamily="49" charset="0"/>
              </a:rPr>
              <a:t> </a:t>
            </a:r>
            <a:r>
              <a:rPr lang="en-GB" sz="1800" dirty="0">
                <a:solidFill>
                  <a:srgbClr val="0000FF"/>
                </a:solidFill>
                <a:latin typeface="Consolas" panose="020B0609020204030204" pitchFamily="49" charset="0"/>
              </a:rPr>
              <a:t>static</a:t>
            </a:r>
            <a:r>
              <a:rPr lang="en-GB" sz="1800" dirty="0">
                <a:solidFill>
                  <a:srgbClr val="000000"/>
                </a:solidFill>
                <a:latin typeface="Consolas" panose="020B0609020204030204" pitchFamily="49" charset="0"/>
              </a:rPr>
              <a:t> </a:t>
            </a:r>
            <a:r>
              <a:rPr lang="en-GB" sz="1800" dirty="0">
                <a:solidFill>
                  <a:srgbClr val="0000FF"/>
                </a:solidFill>
                <a:latin typeface="Consolas" panose="020B0609020204030204" pitchFamily="49" charset="0"/>
              </a:rPr>
              <a:t>void</a:t>
            </a:r>
            <a:r>
              <a:rPr lang="en-GB" sz="1800" dirty="0">
                <a:solidFill>
                  <a:srgbClr val="000000"/>
                </a:solidFill>
                <a:latin typeface="Consolas" panose="020B0609020204030204" pitchFamily="49" charset="0"/>
              </a:rPr>
              <a:t> main(String[] args)</a:t>
            </a:r>
          </a:p>
          <a:p>
            <a:r>
              <a:rPr lang="en-GB" sz="1800" dirty="0">
                <a:solidFill>
                  <a:srgbClr val="000000"/>
                </a:solidFill>
                <a:latin typeface="Consolas" panose="020B0609020204030204" pitchFamily="49" charset="0"/>
              </a:rPr>
              <a:t>    {</a:t>
            </a:r>
          </a:p>
          <a:p>
            <a:r>
              <a:rPr lang="en-GB" sz="1800" dirty="0">
                <a:solidFill>
                  <a:srgbClr val="000000"/>
                </a:solidFill>
                <a:latin typeface="Consolas" panose="020B0609020204030204" pitchFamily="49" charset="0"/>
              </a:rPr>
              <a:t>        System.</a:t>
            </a:r>
            <a:r>
              <a:rPr lang="en-GB" sz="1800" dirty="0">
                <a:solidFill>
                  <a:srgbClr val="0000FF"/>
                </a:solidFill>
                <a:latin typeface="Consolas" panose="020B0609020204030204" pitchFamily="49" charset="0"/>
              </a:rPr>
              <a:t>out</a:t>
            </a:r>
            <a:r>
              <a:rPr lang="en-GB" sz="1800" dirty="0">
                <a:solidFill>
                  <a:srgbClr val="000000"/>
                </a:solidFill>
                <a:latin typeface="Consolas" panose="020B0609020204030204" pitchFamily="49" charset="0"/>
              </a:rPr>
              <a:t>.println(</a:t>
            </a:r>
            <a:r>
              <a:rPr lang="en-GB" sz="1800" dirty="0">
                <a:solidFill>
                  <a:srgbClr val="A31515"/>
                </a:solidFill>
                <a:latin typeface="Consolas" panose="020B0609020204030204" pitchFamily="49" charset="0"/>
              </a:rPr>
              <a:t>"Welcome to "</a:t>
            </a:r>
            <a:r>
              <a:rPr lang="en-GB" sz="1800" dirty="0">
                <a:solidFill>
                  <a:srgbClr val="000000"/>
                </a:solidFill>
                <a:latin typeface="Consolas" panose="020B0609020204030204" pitchFamily="49" charset="0"/>
              </a:rPr>
              <a:t> + </a:t>
            </a:r>
            <a:r>
              <a:rPr lang="en-GB" sz="1800" dirty="0">
                <a:solidFill>
                  <a:srgbClr val="2B91AF"/>
                </a:solidFill>
                <a:latin typeface="Consolas" panose="020B0609020204030204" pitchFamily="49" charset="0"/>
              </a:rPr>
              <a:t>AppConfig</a:t>
            </a:r>
            <a:r>
              <a:rPr lang="en-GB" sz="1800" dirty="0">
                <a:solidFill>
                  <a:srgbClr val="000000"/>
                </a:solidFill>
                <a:latin typeface="Consolas" panose="020B0609020204030204" pitchFamily="49" charset="0"/>
              </a:rPr>
              <a:t>.APP_NAME);</a:t>
            </a:r>
          </a:p>
          <a:p>
            <a:r>
              <a:rPr lang="en-GB" sz="1800" dirty="0">
                <a:solidFill>
                  <a:srgbClr val="000000"/>
                </a:solidFill>
                <a:latin typeface="Consolas" panose="020B0609020204030204" pitchFamily="49" charset="0"/>
              </a:rPr>
              <a:t>        System.</a:t>
            </a:r>
            <a:r>
              <a:rPr lang="en-GB" sz="1800" dirty="0">
                <a:solidFill>
                  <a:srgbClr val="0000FF"/>
                </a:solidFill>
                <a:latin typeface="Consolas" panose="020B0609020204030204" pitchFamily="49" charset="0"/>
              </a:rPr>
              <a:t>out</a:t>
            </a:r>
            <a:r>
              <a:rPr lang="en-GB" sz="1800" dirty="0">
                <a:solidFill>
                  <a:srgbClr val="000000"/>
                </a:solidFill>
                <a:latin typeface="Consolas" panose="020B0609020204030204" pitchFamily="49" charset="0"/>
              </a:rPr>
              <a:t>.println(</a:t>
            </a:r>
            <a:r>
              <a:rPr lang="en-GB" sz="1800" dirty="0">
                <a:solidFill>
                  <a:srgbClr val="A31515"/>
                </a:solidFill>
                <a:latin typeface="Consolas" panose="020B0609020204030204" pitchFamily="49" charset="0"/>
              </a:rPr>
              <a:t>"Max users allowed: "</a:t>
            </a:r>
            <a:r>
              <a:rPr lang="en-GB" sz="1800" dirty="0">
                <a:solidFill>
                  <a:srgbClr val="000000"/>
                </a:solidFill>
                <a:latin typeface="Consolas" panose="020B0609020204030204" pitchFamily="49" charset="0"/>
              </a:rPr>
              <a:t> + </a:t>
            </a:r>
            <a:r>
              <a:rPr lang="en-GB" sz="1800" dirty="0">
                <a:solidFill>
                  <a:srgbClr val="2B91AF"/>
                </a:solidFill>
                <a:latin typeface="Consolas" panose="020B0609020204030204" pitchFamily="49" charset="0"/>
              </a:rPr>
              <a:t>AppConfig</a:t>
            </a:r>
            <a:r>
              <a:rPr lang="en-GB" sz="1800" dirty="0">
                <a:solidFill>
                  <a:srgbClr val="000000"/>
                </a:solidFill>
                <a:latin typeface="Consolas" panose="020B0609020204030204" pitchFamily="49" charset="0"/>
              </a:rPr>
              <a:t>.MAX_USERS);</a:t>
            </a:r>
          </a:p>
          <a:p>
            <a:r>
              <a:rPr lang="en-GB" sz="1800" dirty="0">
                <a:solidFill>
                  <a:srgbClr val="000000"/>
                </a:solidFill>
                <a:latin typeface="Consolas" panose="020B0609020204030204" pitchFamily="49" charset="0"/>
              </a:rPr>
              <a:t>    }</a:t>
            </a:r>
          </a:p>
          <a:p>
            <a:r>
              <a:rPr lang="en-GB" sz="1800" dirty="0">
                <a:solidFill>
                  <a:srgbClr val="000000"/>
                </a:solidFill>
                <a:latin typeface="Consolas" panose="020B0609020204030204" pitchFamily="49" charset="0"/>
              </a:rPr>
              <a:t>}</a:t>
            </a:r>
            <a:endParaRPr lang="en-GB" dirty="0"/>
          </a:p>
        </p:txBody>
      </p:sp>
      <p:sp>
        <p:nvSpPr>
          <p:cNvPr id="6" name="Speech Bubble: Rectangle with Corners Rounded 5">
            <a:extLst>
              <a:ext uri="{FF2B5EF4-FFF2-40B4-BE49-F238E27FC236}">
                <a16:creationId xmlns:a16="http://schemas.microsoft.com/office/drawing/2014/main" id="{1D687BE9-C6B2-D61B-6696-00868E6C5C17}"/>
              </a:ext>
            </a:extLst>
          </p:cNvPr>
          <p:cNvSpPr/>
          <p:nvPr/>
        </p:nvSpPr>
        <p:spPr>
          <a:xfrm>
            <a:off x="8791260" y="1979808"/>
            <a:ext cx="2013857" cy="518982"/>
          </a:xfrm>
          <a:prstGeom prst="wedgeRoundRectCallout">
            <a:avLst>
              <a:gd name="adj1" fmla="val -61763"/>
              <a:gd name="adj2" fmla="val 47444"/>
              <a:gd name="adj3" fmla="val 16667"/>
            </a:avLst>
          </a:prstGeom>
          <a:ln/>
        </p:spPr>
        <p:style>
          <a:lnRef idx="0">
            <a:schemeClr val="accent1"/>
          </a:lnRef>
          <a:fillRef idx="3">
            <a:schemeClr val="accent1"/>
          </a:fillRef>
          <a:effectRef idx="3">
            <a:schemeClr val="accent1"/>
          </a:effectRef>
          <a:fontRef idx="minor">
            <a:schemeClr val="lt1"/>
          </a:fontRef>
        </p:style>
        <p:txBody>
          <a:bodyPr rtlCol="0" anchor="ctr"/>
          <a:lstStyle/>
          <a:p>
            <a:pPr algn="ctr"/>
            <a:r>
              <a:rPr lang="en-GB" b="1" dirty="0">
                <a:solidFill>
                  <a:schemeClr val="tx1"/>
                </a:solidFill>
              </a:rPr>
              <a:t>Names in caps</a:t>
            </a:r>
          </a:p>
        </p:txBody>
      </p:sp>
    </p:spTree>
    <p:extLst>
      <p:ext uri="{BB962C8B-B14F-4D97-AF65-F5344CB8AC3E}">
        <p14:creationId xmlns:p14="http://schemas.microsoft.com/office/powerpoint/2010/main" val="35291135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088F4D1-88F2-1149-1A39-68364FAD1965}"/>
              </a:ext>
            </a:extLst>
          </p:cNvPr>
          <p:cNvSpPr>
            <a:spLocks noGrp="1"/>
          </p:cNvSpPr>
          <p:nvPr>
            <p:ph type="ctrTitle"/>
          </p:nvPr>
        </p:nvSpPr>
        <p:spPr/>
        <p:txBody>
          <a:bodyPr/>
          <a:lstStyle/>
          <a:p>
            <a:r>
              <a:rPr lang="en-GB" dirty="0"/>
              <a:t>Review </a:t>
            </a:r>
            <a:endParaRPr lang="en-US" dirty="0"/>
          </a:p>
        </p:txBody>
      </p:sp>
      <p:sp>
        <p:nvSpPr>
          <p:cNvPr id="4" name="Slide Number Placeholder 3">
            <a:extLst>
              <a:ext uri="{FF2B5EF4-FFF2-40B4-BE49-F238E27FC236}">
                <a16:creationId xmlns:a16="http://schemas.microsoft.com/office/drawing/2014/main" id="{E8B3CDB1-1EDD-A9D0-875F-167575FDFD12}"/>
              </a:ext>
            </a:extLst>
          </p:cNvPr>
          <p:cNvSpPr>
            <a:spLocks noGrp="1"/>
          </p:cNvSpPr>
          <p:nvPr>
            <p:ph type="sldNum" sz="quarter" idx="12"/>
          </p:nvPr>
        </p:nvSpPr>
        <p:spPr>
          <a:xfrm>
            <a:off x="9365513" y="6398855"/>
            <a:ext cx="2743200" cy="365125"/>
          </a:xfrm>
        </p:spPr>
        <p:txBody>
          <a:bodyPr/>
          <a:lstStyle/>
          <a:p>
            <a:fld id="{F3469444-D02B-D446-9CF8-19DEDDE073D1}" type="slidenum">
              <a:rPr lang="en-US" smtClean="0"/>
              <a:pPr/>
              <a:t>12</a:t>
            </a:fld>
            <a:endParaRPr lang="en-US" dirty="0"/>
          </a:p>
        </p:txBody>
      </p:sp>
      <p:sp>
        <p:nvSpPr>
          <p:cNvPr id="6" name="Text Placeholder 2">
            <a:extLst>
              <a:ext uri="{FF2B5EF4-FFF2-40B4-BE49-F238E27FC236}">
                <a16:creationId xmlns:a16="http://schemas.microsoft.com/office/drawing/2014/main" id="{353CC479-1E44-0D82-8BB0-8ABB57DC3731}"/>
              </a:ext>
            </a:extLst>
          </p:cNvPr>
          <p:cNvSpPr txBox="1">
            <a:spLocks/>
          </p:cNvSpPr>
          <p:nvPr/>
        </p:nvSpPr>
        <p:spPr>
          <a:xfrm>
            <a:off x="575412" y="1808842"/>
            <a:ext cx="5718225" cy="5899039"/>
          </a:xfrm>
          <a:prstGeom prst="rect">
            <a:avLst/>
          </a:prstGeom>
        </p:spPr>
        <p:txBody>
          <a:bodyPr vert="horz"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b="1" dirty="0"/>
              <a:t>Type members are either:</a:t>
            </a:r>
          </a:p>
          <a:p>
            <a:pPr marL="342900" lvl="1" indent="-342900">
              <a:spcAft>
                <a:spcPts val="650"/>
              </a:spcAft>
              <a:buSzPct val="115000"/>
            </a:pPr>
            <a:r>
              <a:rPr lang="en-GB" dirty="0"/>
              <a:t>static (belong to type itself).</a:t>
            </a:r>
          </a:p>
          <a:p>
            <a:pPr marL="684000" lvl="2" indent="-342900">
              <a:buSzPct val="115000"/>
            </a:pPr>
            <a:r>
              <a:rPr lang="en-GB" dirty="0"/>
              <a:t>Always accessed via class name</a:t>
            </a:r>
          </a:p>
          <a:p>
            <a:pPr marL="684000" lvl="2" indent="-342900">
              <a:buSzPct val="115000"/>
            </a:pPr>
            <a:r>
              <a:rPr lang="en-GB" dirty="0"/>
              <a:t>No instance needed to use them</a:t>
            </a:r>
          </a:p>
          <a:p>
            <a:pPr marL="342900" lvl="2" indent="-342900">
              <a:buSzPct val="115000"/>
            </a:pPr>
            <a:endParaRPr lang="en-GB" dirty="0"/>
          </a:p>
          <a:p>
            <a:pPr marL="342900" lvl="1" indent="-342900">
              <a:spcAft>
                <a:spcPts val="650"/>
              </a:spcAft>
              <a:buSzPct val="115000"/>
            </a:pPr>
            <a:endParaRPr lang="en-GB" dirty="0"/>
          </a:p>
          <a:p>
            <a:pPr marL="342900" lvl="1" indent="-342900">
              <a:spcAft>
                <a:spcPts val="650"/>
              </a:spcAft>
              <a:buSzPct val="115000"/>
            </a:pPr>
            <a:r>
              <a:rPr lang="en-GB" dirty="0"/>
              <a:t>instance (belong to an instance of the type).</a:t>
            </a:r>
          </a:p>
          <a:p>
            <a:pPr marL="684000" lvl="2" indent="-342900">
              <a:buSzPct val="115000"/>
            </a:pPr>
            <a:r>
              <a:rPr lang="en-GB" dirty="0"/>
              <a:t>Accessed via instance reference</a:t>
            </a:r>
          </a:p>
        </p:txBody>
      </p:sp>
      <p:sp>
        <p:nvSpPr>
          <p:cNvPr id="7" name="Rectangle 4">
            <a:extLst>
              <a:ext uri="{FF2B5EF4-FFF2-40B4-BE49-F238E27FC236}">
                <a16:creationId xmlns:a16="http://schemas.microsoft.com/office/drawing/2014/main" id="{4394D6EA-F755-B2AD-8EEB-0351B136CC70}"/>
              </a:ext>
            </a:extLst>
          </p:cNvPr>
          <p:cNvSpPr>
            <a:spLocks noChangeArrowheads="1"/>
          </p:cNvSpPr>
          <p:nvPr/>
        </p:nvSpPr>
        <p:spPr bwMode="auto">
          <a:xfrm>
            <a:off x="1270099" y="4803342"/>
            <a:ext cx="3343019" cy="366767"/>
          </a:xfrm>
          <a:prstGeom prst="rect">
            <a:avLst/>
          </a:prstGeom>
          <a:solidFill>
            <a:srgbClr val="28CFF9">
              <a:alpha val="50000"/>
            </a:srgbClr>
          </a:solidFill>
          <a:ln w="12700">
            <a:noFill/>
            <a:miter lim="800000"/>
            <a:headEnd/>
            <a:tailEnd/>
          </a:ln>
          <a:effectLst>
            <a:outerShdw dist="71842" dir="2700000" algn="ctr" rotWithShape="0">
              <a:schemeClr val="bg2"/>
            </a:outerShdw>
          </a:effectLst>
        </p:spPr>
        <p:txBody>
          <a:bodyPr wrap="square" lIns="90488" tIns="44450" rIns="90488" bIns="44450">
            <a:spAutoFit/>
          </a:bodyPr>
          <a:lstStyle/>
          <a:p>
            <a:pPr defTabSz="739775" eaLnBrk="0" hangingPunct="0">
              <a:tabLst>
                <a:tab pos="341313" algn="l"/>
                <a:tab pos="690563" algn="l"/>
                <a:tab pos="1030288" algn="l"/>
                <a:tab pos="1371600" algn="l"/>
              </a:tabLst>
              <a:defRPr/>
            </a:pPr>
            <a:r>
              <a:rPr lang="en-GB" dirty="0">
                <a:solidFill>
                  <a:srgbClr val="FF0000"/>
                </a:solidFill>
                <a:latin typeface="Consolas" panose="020B0609020204030204" pitchFamily="49" charset="0"/>
              </a:rPr>
              <a:t>m</a:t>
            </a:r>
            <a:r>
              <a:rPr lang="en-GB" dirty="0">
                <a:solidFill>
                  <a:srgbClr val="000000"/>
                </a:solidFill>
                <a:latin typeface="Consolas" panose="020B0609020204030204" pitchFamily="49" charset="0"/>
              </a:rPr>
              <a:t>ycar.accelerate(10);</a:t>
            </a:r>
          </a:p>
        </p:txBody>
      </p:sp>
      <p:sp>
        <p:nvSpPr>
          <p:cNvPr id="8" name="Rectangle 5">
            <a:extLst>
              <a:ext uri="{FF2B5EF4-FFF2-40B4-BE49-F238E27FC236}">
                <a16:creationId xmlns:a16="http://schemas.microsoft.com/office/drawing/2014/main" id="{62E7BD9D-7E20-AE75-8919-919400C4D33B}"/>
              </a:ext>
            </a:extLst>
          </p:cNvPr>
          <p:cNvSpPr>
            <a:spLocks noChangeArrowheads="1"/>
          </p:cNvSpPr>
          <p:nvPr/>
        </p:nvSpPr>
        <p:spPr bwMode="auto">
          <a:xfrm>
            <a:off x="1273900" y="3245616"/>
            <a:ext cx="3339218" cy="366767"/>
          </a:xfrm>
          <a:prstGeom prst="rect">
            <a:avLst/>
          </a:prstGeom>
          <a:solidFill>
            <a:srgbClr val="28CFF9">
              <a:alpha val="50000"/>
            </a:srgbClr>
          </a:solidFill>
          <a:ln w="12700">
            <a:noFill/>
            <a:miter lim="800000"/>
            <a:headEnd/>
            <a:tailEnd/>
          </a:ln>
          <a:effectLst>
            <a:outerShdw dist="71842" dir="2700000" algn="ctr" rotWithShape="0">
              <a:schemeClr val="bg2"/>
            </a:outerShdw>
          </a:effectLst>
        </p:spPr>
        <p:txBody>
          <a:bodyPr wrap="square" lIns="90488" tIns="44450" rIns="90488" bIns="44450">
            <a:spAutoFit/>
          </a:bodyPr>
          <a:lstStyle/>
          <a:p>
            <a:pPr defTabSz="739775" eaLnBrk="0" hangingPunct="0">
              <a:tabLst>
                <a:tab pos="341313" algn="l"/>
                <a:tab pos="690563" algn="l"/>
                <a:tab pos="1030288" algn="l"/>
                <a:tab pos="1371600" algn="l"/>
              </a:tabLst>
              <a:defRPr/>
            </a:pPr>
            <a:r>
              <a:rPr lang="en-GB" dirty="0">
                <a:solidFill>
                  <a:srgbClr val="FF0000"/>
                </a:solidFill>
                <a:latin typeface="Consolas" panose="020B0609020204030204" pitchFamily="49" charset="0"/>
              </a:rPr>
              <a:t>Math.pow</a:t>
            </a:r>
            <a:r>
              <a:rPr lang="en-GB" dirty="0">
                <a:solidFill>
                  <a:srgbClr val="000000"/>
                </a:solidFill>
                <a:latin typeface="Consolas" panose="020B0609020204030204" pitchFamily="49" charset="0"/>
              </a:rPr>
              <a:t>(2,3);</a:t>
            </a:r>
          </a:p>
        </p:txBody>
      </p:sp>
    </p:spTree>
    <p:extLst>
      <p:ext uri="{BB962C8B-B14F-4D97-AF65-F5344CB8AC3E}">
        <p14:creationId xmlns:p14="http://schemas.microsoft.com/office/powerpoint/2010/main" val="33089671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39C802-88E5-3CE4-2D48-96EA8AC6128E}"/>
              </a:ext>
            </a:extLst>
          </p:cNvPr>
          <p:cNvSpPr>
            <a:spLocks noGrp="1"/>
          </p:cNvSpPr>
          <p:nvPr>
            <p:ph type="ctrTitle"/>
          </p:nvPr>
        </p:nvSpPr>
        <p:spPr>
          <a:xfrm>
            <a:off x="443921" y="500194"/>
            <a:ext cx="6679721" cy="858985"/>
          </a:xfrm>
        </p:spPr>
        <p:txBody>
          <a:bodyPr lIns="91440" tIns="45720" rIns="91440" bIns="45720" anchor="ctr">
            <a:noAutofit/>
          </a:bodyPr>
          <a:lstStyle/>
          <a:p>
            <a:r>
              <a:rPr lang="en-GB" dirty="0"/>
              <a:t>Lab </a:t>
            </a:r>
          </a:p>
        </p:txBody>
      </p:sp>
      <p:sp>
        <p:nvSpPr>
          <p:cNvPr id="5" name="Text Placeholder 4">
            <a:extLst>
              <a:ext uri="{FF2B5EF4-FFF2-40B4-BE49-F238E27FC236}">
                <a16:creationId xmlns:a16="http://schemas.microsoft.com/office/drawing/2014/main" id="{9F6CBBEF-4B0A-4F6F-3C1C-47F08F80875E}"/>
              </a:ext>
            </a:extLst>
          </p:cNvPr>
          <p:cNvSpPr>
            <a:spLocks noGrp="1"/>
          </p:cNvSpPr>
          <p:nvPr>
            <p:ph type="body" sz="quarter" idx="13"/>
          </p:nvPr>
        </p:nvSpPr>
        <p:spPr/>
        <p:txBody>
          <a:bodyPr/>
          <a:lstStyle/>
          <a:p>
            <a:pPr lvl="0"/>
            <a:r>
              <a:rPr lang="en-GB" b="1" dirty="0"/>
              <a:t>Use static members</a:t>
            </a:r>
          </a:p>
          <a:p>
            <a:pPr marL="285750" lvl="0" indent="-285750">
              <a:buFont typeface="Arial" panose="020B0604020202020204" pitchFamily="34" charset="0"/>
              <a:buChar char="•"/>
            </a:pPr>
            <a:r>
              <a:rPr lang="en-GB" dirty="0"/>
              <a:t>We need a Vehicle Count.</a:t>
            </a:r>
          </a:p>
          <a:p>
            <a:pPr marL="285750" lvl="0" indent="-285750">
              <a:buFont typeface="Arial" panose="020B0604020202020204" pitchFamily="34" charset="0"/>
              <a:buChar char="•"/>
            </a:pPr>
            <a:r>
              <a:rPr lang="en-GB" dirty="0"/>
              <a:t>Each Vehicle needs a Registration Plate.</a:t>
            </a:r>
          </a:p>
          <a:p>
            <a:pPr marL="285750" lvl="0" indent="-285750">
              <a:buFont typeface="Arial" panose="020B0604020202020204" pitchFamily="34" charset="0"/>
              <a:buChar char="•"/>
            </a:pPr>
            <a:r>
              <a:rPr lang="en-GB" dirty="0"/>
              <a:t>Create a Registration Plate Factory to provide the next plate.</a:t>
            </a:r>
          </a:p>
          <a:p>
            <a:pPr lvl="0"/>
            <a:endParaRPr lang="en-GB" b="1" dirty="0"/>
          </a:p>
        </p:txBody>
      </p:sp>
    </p:spTree>
    <p:extLst>
      <p:ext uri="{BB962C8B-B14F-4D97-AF65-F5344CB8AC3E}">
        <p14:creationId xmlns:p14="http://schemas.microsoft.com/office/powerpoint/2010/main" val="4112081948"/>
      </p:ext>
    </p:extLst>
  </p:cSld>
  <p:clrMapOvr>
    <a:masterClrMapping/>
  </p:clrMapOvr>
</p:sld>
</file>

<file path=ppt/theme/theme1.xml><?xml version="1.0" encoding="utf-8"?>
<a:theme xmlns:a="http://schemas.openxmlformats.org/drawingml/2006/main" name="Cover Slides - Business/Marketing">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6ECD9A05-B13E-4324-B75B-08409513F687}"/>
    </a:ext>
  </a:extLst>
</a:theme>
</file>

<file path=ppt/theme/theme2.xml><?xml version="1.0" encoding="utf-8"?>
<a:theme xmlns:a="http://schemas.openxmlformats.org/drawingml/2006/main" name="Divider Slides">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6E6B1516-6D1C-4FBD-AF93-6EEE726A80B9}"/>
    </a:ext>
  </a:extLst>
</a:theme>
</file>

<file path=ppt/theme/theme3.xml><?xml version="1.0" encoding="utf-8"?>
<a:theme xmlns:a="http://schemas.openxmlformats.org/drawingml/2006/main" name="Blue Modul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99BD60D0-E4C9-4F6E-BF4B-1B224EC6A50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ae7a5ef5-f60e-4918-a47e-25aad02606cf" xsi:nil="true"/>
    <lcf76f155ced4ddcb4097134ff3c332f xmlns="35c74202-6262-43ee-80e5-eb97de261190">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A7F2F3132CABD445856BE0F647982EB2" ma:contentTypeVersion="18" ma:contentTypeDescription="Create a new document." ma:contentTypeScope="" ma:versionID="758b67149e093cefa772ba6d6764bf3b">
  <xsd:schema xmlns:xsd="http://www.w3.org/2001/XMLSchema" xmlns:xs="http://www.w3.org/2001/XMLSchema" xmlns:p="http://schemas.microsoft.com/office/2006/metadata/properties" xmlns:ns2="35c74202-6262-43ee-80e5-eb97de261190" xmlns:ns3="ae7a5ef5-f60e-4918-a47e-25aad02606cf" targetNamespace="http://schemas.microsoft.com/office/2006/metadata/properties" ma:root="true" ma:fieldsID="643c63e2d433614102d520467f71bbd6" ns2:_="" ns3:_="">
    <xsd:import namespace="35c74202-6262-43ee-80e5-eb97de261190"/>
    <xsd:import namespace="ae7a5ef5-f60e-4918-a47e-25aad02606cf"/>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AutoTags" minOccurs="0"/>
                <xsd:element ref="ns2:MediaServiceGenerationTime" minOccurs="0"/>
                <xsd:element ref="ns2:MediaServiceEventHashCode" minOccurs="0"/>
                <xsd:element ref="ns2:MediaServiceOCR" minOccurs="0"/>
                <xsd:element ref="ns2:MediaServiceDateTaken" minOccurs="0"/>
                <xsd:element ref="ns2:MediaServiceLocation"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5c74202-6262-43ee-80e5-eb97de26119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DateTaken" ma:index="16" nillable="true" ma:displayName="MediaServiceDateTaken" ma:hidden="true" ma:internalName="MediaServiceDateTaken"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85f1f1f9-0179-4c93-b971-8e9741e04503"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e7a5ef5-f60e-4918-a47e-25aad02606cf"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df0f66dd-f8d3-45b8-b695-4c91ef7551e9}" ma:internalName="TaxCatchAll" ma:showField="CatchAllData" ma:web="ae7a5ef5-f60e-4918-a47e-25aad02606c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0CF5967-01BD-40C1-B1E3-8E6CDE2BF890}">
  <ds:schemaRefs>
    <ds:schemaRef ds:uri="http://schemas.microsoft.com/sharepoint/v3/contenttype/forms"/>
  </ds:schemaRefs>
</ds:datastoreItem>
</file>

<file path=customXml/itemProps2.xml><?xml version="1.0" encoding="utf-8"?>
<ds:datastoreItem xmlns:ds="http://schemas.openxmlformats.org/officeDocument/2006/customXml" ds:itemID="{CAC71F1D-A98C-43DF-A986-061295C23702}">
  <ds:schemaRefs>
    <ds:schemaRef ds:uri="http://www.w3.org/XML/1998/namespace"/>
    <ds:schemaRef ds:uri="http://schemas.microsoft.com/office/2006/documentManagement/types"/>
    <ds:schemaRef ds:uri="http://purl.org/dc/elements/1.1/"/>
    <ds:schemaRef ds:uri="http://purl.org/dc/terms/"/>
    <ds:schemaRef ds:uri="ae7a5ef5-f60e-4918-a47e-25aad02606cf"/>
    <ds:schemaRef ds:uri="http://schemas.microsoft.com/office/2006/metadata/properties"/>
    <ds:schemaRef ds:uri="http://purl.org/dc/dcmitype/"/>
    <ds:schemaRef ds:uri="http://schemas.microsoft.com/office/infopath/2007/PartnerControls"/>
    <ds:schemaRef ds:uri="http://schemas.openxmlformats.org/package/2006/metadata/core-properties"/>
    <ds:schemaRef ds:uri="35c74202-6262-43ee-80e5-eb97de261190"/>
  </ds:schemaRefs>
</ds:datastoreItem>
</file>

<file path=customXml/itemProps3.xml><?xml version="1.0" encoding="utf-8"?>
<ds:datastoreItem xmlns:ds="http://schemas.openxmlformats.org/officeDocument/2006/customXml" ds:itemID="{61E3BE4F-40D7-4F21-8D3B-87ABF1CDE51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5c74202-6262-43ee-80e5-eb97de261190"/>
    <ds:schemaRef ds:uri="ae7a5ef5-f60e-4918-a47e-25aad02606c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QAPPTDeck_Jun2024_v1Main</Template>
  <TotalTime>0</TotalTime>
  <Words>1955</Words>
  <Application>Microsoft Office PowerPoint</Application>
  <PresentationFormat>Widescreen</PresentationFormat>
  <Paragraphs>244</Paragraphs>
  <Slides>13</Slides>
  <Notes>13</Notes>
  <HiddenSlides>0</HiddenSlides>
  <MMClips>0</MMClips>
  <ScaleCrop>false</ScaleCrop>
  <HeadingPairs>
    <vt:vector size="6" baseType="variant">
      <vt:variant>
        <vt:lpstr>Fonts Used</vt:lpstr>
      </vt:variant>
      <vt:variant>
        <vt:i4>5</vt:i4>
      </vt:variant>
      <vt:variant>
        <vt:lpstr>Theme</vt:lpstr>
      </vt:variant>
      <vt:variant>
        <vt:i4>3</vt:i4>
      </vt:variant>
      <vt:variant>
        <vt:lpstr>Slide Titles</vt:lpstr>
      </vt:variant>
      <vt:variant>
        <vt:i4>13</vt:i4>
      </vt:variant>
    </vt:vector>
  </HeadingPairs>
  <TitlesOfParts>
    <vt:vector size="21" baseType="lpstr">
      <vt:lpstr>Wingdings</vt:lpstr>
      <vt:lpstr>Aptos</vt:lpstr>
      <vt:lpstr>Figtree</vt:lpstr>
      <vt:lpstr>Arial</vt:lpstr>
      <vt:lpstr>Consolas</vt:lpstr>
      <vt:lpstr>Cover Slides - Business/Marketing</vt:lpstr>
      <vt:lpstr>Divider Slides</vt:lpstr>
      <vt:lpstr>Blue Module</vt:lpstr>
      <vt:lpstr>Static fields and methods</vt:lpstr>
      <vt:lpstr>Contents</vt:lpstr>
      <vt:lpstr>Objects in memory</vt:lpstr>
      <vt:lpstr>Static members</vt:lpstr>
      <vt:lpstr>Static – A few framework classes with static methods</vt:lpstr>
      <vt:lpstr>this</vt:lpstr>
      <vt:lpstr>Using static – Simple factory pattern</vt:lpstr>
      <vt:lpstr>More on static members</vt:lpstr>
      <vt:lpstr>Java static initialiser block</vt:lpstr>
      <vt:lpstr>final fields</vt:lpstr>
      <vt:lpstr>Creating global constants to avoid magic values</vt:lpstr>
      <vt:lpstr>Review </vt:lpstr>
      <vt:lpstr>Lab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This is a cover slide</dc:title>
  <dc:creator>Mike Baradaran</dc:creator>
  <cp:lastModifiedBy>mike baradaran</cp:lastModifiedBy>
  <cp:revision>51</cp:revision>
  <dcterms:created xsi:type="dcterms:W3CDTF">2024-06-24T11:44:08Z</dcterms:created>
  <dcterms:modified xsi:type="dcterms:W3CDTF">2026-07-28T12:36:15Z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0x010100A7F2F3132CABD445856BE0F647982EB2</vt:lpwstr>
  </property>
  <property fmtid="{D5CDD505-2E9C-101B-9397-08002B2CF9AE}" pid="3" name="MediaServiceImageTags">
    <vt:lpwstr/>
  </property>
</Properties>
</file>